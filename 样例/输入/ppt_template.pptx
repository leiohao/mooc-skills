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6262"/>
    <a:srgbClr val="000000"/>
    <a:srgbClr val="CCCCCC"/>
    <a:srgbClr val="0101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66" d="100"/>
          <a:sy n="66" d="100"/>
        </p:scale>
        <p:origin x="1464" y="8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BA8A93C-B2AE-4CE4-B3CE-38F8CC910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48EEEC-EE55-439C-AFE4-487008044FB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A8A93C-B2AE-4CE4-B3CE-38F8CC9100F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48EEEC-EE55-439C-AFE4-487008044FB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33741" t="58850" r="40038" b="28081"/>
          <a:stretch>
            <a:fillRect/>
          </a:stretch>
        </p:blipFill>
        <p:spPr bwMode="auto">
          <a:xfrm>
            <a:off x="594970" y="4724012"/>
            <a:ext cx="569752" cy="427314"/>
          </a:xfrm>
          <a:prstGeom prst="rect">
            <a:avLst/>
          </a:prstGeom>
          <a:noFill/>
          <a:extLst>
            <a:ext uri="{909E8E84-426E-40DD-AFC4-6F175D3DCCD1}">
              <a14:hiddenFill xmlns:a14="http://schemas.microsoft.com/office/drawing/2010/main">
                <a:solidFill>
                  <a:srgbClr val="FFFFFF"/>
                </a:solidFill>
              </a14:hiddenFill>
            </a:ext>
          </a:extLst>
        </p:spPr>
      </p:pic>
      <p:grpSp>
        <p:nvGrpSpPr>
          <p:cNvPr id="55" name="组合 54"/>
          <p:cNvGrpSpPr/>
          <p:nvPr/>
        </p:nvGrpSpPr>
        <p:grpSpPr>
          <a:xfrm>
            <a:off x="1648957" y="455672"/>
            <a:ext cx="8647323" cy="6015001"/>
            <a:chOff x="2039980" y="422864"/>
            <a:chExt cx="8256300" cy="5743009"/>
          </a:xfrm>
        </p:grpSpPr>
        <p:sp>
          <p:nvSpPr>
            <p:cNvPr id="12" name="任意多边形: 形状 11"/>
            <p:cNvSpPr/>
            <p:nvPr/>
          </p:nvSpPr>
          <p:spPr>
            <a:xfrm rot="5563438">
              <a:off x="3296625" y="-833781"/>
              <a:ext cx="5743009" cy="8256300"/>
            </a:xfrm>
            <a:custGeom>
              <a:avLst/>
              <a:gdLst>
                <a:gd name="connsiteX0" fmla="*/ 2180 w 5743009"/>
                <a:gd name="connsiteY0" fmla="*/ 328070 h 8256300"/>
                <a:gd name="connsiteX1" fmla="*/ 323659 w 5743009"/>
                <a:gd name="connsiteY1" fmla="*/ 0 h 8256300"/>
                <a:gd name="connsiteX2" fmla="*/ 4210394 w 5743009"/>
                <a:gd name="connsiteY2" fmla="*/ 179793 h 8256300"/>
                <a:gd name="connsiteX3" fmla="*/ 4709720 w 5743009"/>
                <a:gd name="connsiteY3" fmla="*/ 931512 h 8256300"/>
                <a:gd name="connsiteX4" fmla="*/ 4795634 w 5743009"/>
                <a:gd name="connsiteY4" fmla="*/ 1627466 h 8256300"/>
                <a:gd name="connsiteX5" fmla="*/ 5743009 w 5743009"/>
                <a:gd name="connsiteY5" fmla="*/ 2785562 h 8256300"/>
                <a:gd name="connsiteX6" fmla="*/ 4938600 w 5743009"/>
                <a:gd name="connsiteY6" fmla="*/ 2785562 h 8256300"/>
                <a:gd name="connsiteX7" fmla="*/ 5508202 w 5743009"/>
                <a:gd name="connsiteY7" fmla="*/ 7399650 h 8256300"/>
                <a:gd name="connsiteX8" fmla="*/ 5257268 w 5743009"/>
                <a:gd name="connsiteY8" fmla="*/ 7735290 h 8256300"/>
                <a:gd name="connsiteX9" fmla="*/ 1670730 w 5743009"/>
                <a:gd name="connsiteY9" fmla="*/ 8253220 h 8256300"/>
                <a:gd name="connsiteX10" fmla="*/ 1335090 w 5743009"/>
                <a:gd name="connsiteY10" fmla="*/ 8002286 h 8256300"/>
                <a:gd name="connsiteX11" fmla="*/ 63047 w 5743009"/>
                <a:gd name="connsiteY11" fmla="*/ 666674 h 8256300"/>
                <a:gd name="connsiteX12" fmla="*/ 2180 w 5743009"/>
                <a:gd name="connsiteY12" fmla="*/ 328070 h 825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43009" h="8256300">
                  <a:moveTo>
                    <a:pt x="2180" y="328070"/>
                  </a:moveTo>
                  <a:cubicBezTo>
                    <a:pt x="-24026" y="-48914"/>
                    <a:pt x="192052" y="19005"/>
                    <a:pt x="323659" y="0"/>
                  </a:cubicBezTo>
                  <a:cubicBezTo>
                    <a:pt x="1622660" y="42815"/>
                    <a:pt x="3737926" y="113955"/>
                    <a:pt x="4210394" y="179793"/>
                  </a:cubicBezTo>
                  <a:cubicBezTo>
                    <a:pt x="4682863" y="245630"/>
                    <a:pt x="4606954" y="511091"/>
                    <a:pt x="4709720" y="931512"/>
                  </a:cubicBezTo>
                  <a:lnTo>
                    <a:pt x="4795634" y="1627466"/>
                  </a:lnTo>
                  <a:lnTo>
                    <a:pt x="5743009" y="2785562"/>
                  </a:lnTo>
                  <a:lnTo>
                    <a:pt x="4938600" y="2785562"/>
                  </a:lnTo>
                  <a:lnTo>
                    <a:pt x="5508202" y="7399650"/>
                  </a:lnTo>
                  <a:cubicBezTo>
                    <a:pt x="5531593" y="7561628"/>
                    <a:pt x="5419246" y="7711899"/>
                    <a:pt x="5257268" y="7735290"/>
                  </a:cubicBezTo>
                  <a:lnTo>
                    <a:pt x="1670730" y="8253220"/>
                  </a:lnTo>
                  <a:cubicBezTo>
                    <a:pt x="1508753" y="8276611"/>
                    <a:pt x="1358481" y="8164264"/>
                    <a:pt x="1335090" y="8002286"/>
                  </a:cubicBezTo>
                  <a:cubicBezTo>
                    <a:pt x="990006" y="5612660"/>
                    <a:pt x="458873" y="3053885"/>
                    <a:pt x="63047" y="666674"/>
                  </a:cubicBezTo>
                  <a:cubicBezTo>
                    <a:pt x="27178" y="525755"/>
                    <a:pt x="8228" y="415067"/>
                    <a:pt x="2180" y="328070"/>
                  </a:cubicBezTo>
                  <a:close/>
                </a:path>
              </a:pathLst>
            </a:custGeom>
            <a:solidFill>
              <a:schemeClr val="bg1"/>
            </a:solidFill>
            <a:ln w="66675">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2"/>
            <a:srcRect l="8507" t="4333" r="13782" b="11111"/>
            <a:stretch>
              <a:fillRect/>
            </a:stretch>
          </p:blipFill>
          <p:spPr>
            <a:xfrm>
              <a:off x="2206172" y="754743"/>
              <a:ext cx="8077652" cy="5196114"/>
            </a:xfrm>
            <a:custGeom>
              <a:avLst/>
              <a:gdLst>
                <a:gd name="connsiteX0" fmla="*/ 7674426 w 8077652"/>
                <a:gd name="connsiteY0" fmla="*/ 0 h 5196114"/>
                <a:gd name="connsiteX1" fmla="*/ 8077652 w 8077652"/>
                <a:gd name="connsiteY1" fmla="*/ 0 h 5196114"/>
                <a:gd name="connsiteX2" fmla="*/ 8077652 w 8077652"/>
                <a:gd name="connsiteY2" fmla="*/ 762537 h 5196114"/>
                <a:gd name="connsiteX3" fmla="*/ 7814128 w 8077652"/>
                <a:gd name="connsiteY3" fmla="*/ 3829957 h 5196114"/>
                <a:gd name="connsiteX4" fmla="*/ 7623628 w 8077652"/>
                <a:gd name="connsiteY4" fmla="*/ 4376057 h 5196114"/>
                <a:gd name="connsiteX5" fmla="*/ 6264728 w 8077652"/>
                <a:gd name="connsiteY5" fmla="*/ 4528457 h 5196114"/>
                <a:gd name="connsiteX6" fmla="*/ 5344171 w 8077652"/>
                <a:gd name="connsiteY6" fmla="*/ 5196114 h 5196114"/>
                <a:gd name="connsiteX7" fmla="*/ 5117280 w 8077652"/>
                <a:gd name="connsiteY7" fmla="*/ 5196114 h 5196114"/>
                <a:gd name="connsiteX8" fmla="*/ 5147128 w 8077652"/>
                <a:gd name="connsiteY8" fmla="*/ 4579257 h 5196114"/>
                <a:gd name="connsiteX9" fmla="*/ 549728 w 8077652"/>
                <a:gd name="connsiteY9" fmla="*/ 4922157 h 5196114"/>
                <a:gd name="connsiteX10" fmla="*/ 0 w 8077652"/>
                <a:gd name="connsiteY10" fmla="*/ 4922157 h 5196114"/>
                <a:gd name="connsiteX11" fmla="*/ 0 w 8077652"/>
                <a:gd name="connsiteY11" fmla="*/ 4889747 h 5196114"/>
                <a:gd name="connsiteX12" fmla="*/ 321128 w 8077652"/>
                <a:gd name="connsiteY12" fmla="*/ 4845957 h 5196114"/>
                <a:gd name="connsiteX13" fmla="*/ 0 w 8077652"/>
                <a:gd name="connsiteY13" fmla="*/ 1462644 h 5196114"/>
                <a:gd name="connsiteX14" fmla="*/ 0 w 8077652"/>
                <a:gd name="connsiteY14" fmla="*/ 1045287 h 5196114"/>
                <a:gd name="connsiteX15" fmla="*/ 54428 w 8077652"/>
                <a:gd name="connsiteY15" fmla="*/ 959757 h 5196114"/>
                <a:gd name="connsiteX16" fmla="*/ 549728 w 8077652"/>
                <a:gd name="connsiteY16" fmla="*/ 845457 h 5196114"/>
                <a:gd name="connsiteX17" fmla="*/ 4169228 w 8077652"/>
                <a:gd name="connsiteY17" fmla="*/ 375557 h 519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77652" h="5196114">
                  <a:moveTo>
                    <a:pt x="7674426" y="0"/>
                  </a:moveTo>
                  <a:lnTo>
                    <a:pt x="8077652" y="0"/>
                  </a:lnTo>
                  <a:lnTo>
                    <a:pt x="8077652" y="762537"/>
                  </a:lnTo>
                  <a:lnTo>
                    <a:pt x="7814128" y="3829957"/>
                  </a:lnTo>
                  <a:lnTo>
                    <a:pt x="7623628" y="4376057"/>
                  </a:lnTo>
                  <a:lnTo>
                    <a:pt x="6264728" y="4528457"/>
                  </a:lnTo>
                  <a:lnTo>
                    <a:pt x="5344171" y="5196114"/>
                  </a:lnTo>
                  <a:lnTo>
                    <a:pt x="5117280" y="5196114"/>
                  </a:lnTo>
                  <a:lnTo>
                    <a:pt x="5147128" y="4579257"/>
                  </a:lnTo>
                  <a:lnTo>
                    <a:pt x="549728" y="4922157"/>
                  </a:lnTo>
                  <a:lnTo>
                    <a:pt x="0" y="4922157"/>
                  </a:lnTo>
                  <a:lnTo>
                    <a:pt x="0" y="4889747"/>
                  </a:lnTo>
                  <a:lnTo>
                    <a:pt x="321128" y="4845957"/>
                  </a:lnTo>
                  <a:lnTo>
                    <a:pt x="0" y="1462644"/>
                  </a:lnTo>
                  <a:lnTo>
                    <a:pt x="0" y="1045287"/>
                  </a:lnTo>
                  <a:lnTo>
                    <a:pt x="54428" y="959757"/>
                  </a:lnTo>
                  <a:lnTo>
                    <a:pt x="549728" y="845457"/>
                  </a:lnTo>
                  <a:lnTo>
                    <a:pt x="4169228" y="375557"/>
                  </a:lnTo>
                  <a:close/>
                </a:path>
              </a:pathLst>
            </a:custGeom>
            <a:ln>
              <a:noFill/>
            </a:ln>
          </p:spPr>
        </p:pic>
        <p:sp>
          <p:nvSpPr>
            <p:cNvPr id="54" name="任意多边形: 形状 53"/>
            <p:cNvSpPr/>
            <p:nvPr/>
          </p:nvSpPr>
          <p:spPr>
            <a:xfrm rot="5563438">
              <a:off x="3421788" y="-714071"/>
              <a:ext cx="5492680" cy="8035351"/>
            </a:xfrm>
            <a:custGeom>
              <a:avLst/>
              <a:gdLst>
                <a:gd name="connsiteX0" fmla="*/ 2180 w 5743009"/>
                <a:gd name="connsiteY0" fmla="*/ 328070 h 8256300"/>
                <a:gd name="connsiteX1" fmla="*/ 323659 w 5743009"/>
                <a:gd name="connsiteY1" fmla="*/ 0 h 8256300"/>
                <a:gd name="connsiteX2" fmla="*/ 4210394 w 5743009"/>
                <a:gd name="connsiteY2" fmla="*/ 179793 h 8256300"/>
                <a:gd name="connsiteX3" fmla="*/ 4709720 w 5743009"/>
                <a:gd name="connsiteY3" fmla="*/ 931512 h 8256300"/>
                <a:gd name="connsiteX4" fmla="*/ 4795634 w 5743009"/>
                <a:gd name="connsiteY4" fmla="*/ 1627466 h 8256300"/>
                <a:gd name="connsiteX5" fmla="*/ 5743009 w 5743009"/>
                <a:gd name="connsiteY5" fmla="*/ 2785562 h 8256300"/>
                <a:gd name="connsiteX6" fmla="*/ 4938600 w 5743009"/>
                <a:gd name="connsiteY6" fmla="*/ 2785562 h 8256300"/>
                <a:gd name="connsiteX7" fmla="*/ 5508202 w 5743009"/>
                <a:gd name="connsiteY7" fmla="*/ 7399650 h 8256300"/>
                <a:gd name="connsiteX8" fmla="*/ 5257268 w 5743009"/>
                <a:gd name="connsiteY8" fmla="*/ 7735290 h 8256300"/>
                <a:gd name="connsiteX9" fmla="*/ 1670730 w 5743009"/>
                <a:gd name="connsiteY9" fmla="*/ 8253220 h 8256300"/>
                <a:gd name="connsiteX10" fmla="*/ 1335090 w 5743009"/>
                <a:gd name="connsiteY10" fmla="*/ 8002286 h 8256300"/>
                <a:gd name="connsiteX11" fmla="*/ 63047 w 5743009"/>
                <a:gd name="connsiteY11" fmla="*/ 666674 h 8256300"/>
                <a:gd name="connsiteX12" fmla="*/ 2180 w 5743009"/>
                <a:gd name="connsiteY12" fmla="*/ 328070 h 825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43009" h="8256300">
                  <a:moveTo>
                    <a:pt x="2180" y="328070"/>
                  </a:moveTo>
                  <a:cubicBezTo>
                    <a:pt x="-24026" y="-48914"/>
                    <a:pt x="192052" y="19005"/>
                    <a:pt x="323659" y="0"/>
                  </a:cubicBezTo>
                  <a:cubicBezTo>
                    <a:pt x="1622660" y="42815"/>
                    <a:pt x="3737926" y="113955"/>
                    <a:pt x="4210394" y="179793"/>
                  </a:cubicBezTo>
                  <a:cubicBezTo>
                    <a:pt x="4682863" y="245630"/>
                    <a:pt x="4606954" y="511091"/>
                    <a:pt x="4709720" y="931512"/>
                  </a:cubicBezTo>
                  <a:lnTo>
                    <a:pt x="4795634" y="1627466"/>
                  </a:lnTo>
                  <a:lnTo>
                    <a:pt x="5743009" y="2785562"/>
                  </a:lnTo>
                  <a:lnTo>
                    <a:pt x="4938600" y="2785562"/>
                  </a:lnTo>
                  <a:lnTo>
                    <a:pt x="5508202" y="7399650"/>
                  </a:lnTo>
                  <a:cubicBezTo>
                    <a:pt x="5531593" y="7561628"/>
                    <a:pt x="5419246" y="7711899"/>
                    <a:pt x="5257268" y="7735290"/>
                  </a:cubicBezTo>
                  <a:lnTo>
                    <a:pt x="1670730" y="8253220"/>
                  </a:lnTo>
                  <a:cubicBezTo>
                    <a:pt x="1508753" y="8276611"/>
                    <a:pt x="1358481" y="8164264"/>
                    <a:pt x="1335090" y="8002286"/>
                  </a:cubicBezTo>
                  <a:cubicBezTo>
                    <a:pt x="990006" y="5612660"/>
                    <a:pt x="458873" y="3053885"/>
                    <a:pt x="63047" y="666674"/>
                  </a:cubicBezTo>
                  <a:cubicBezTo>
                    <a:pt x="27178" y="525755"/>
                    <a:pt x="8228" y="415067"/>
                    <a:pt x="2180" y="328070"/>
                  </a:cubicBezTo>
                  <a:close/>
                </a:path>
              </a:pathLst>
            </a:custGeom>
            <a:noFill/>
            <a:ln w="0">
              <a:solidFill>
                <a:srgbClr val="62626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文本框 56"/>
          <p:cNvSpPr txBox="1"/>
          <p:nvPr/>
        </p:nvSpPr>
        <p:spPr>
          <a:xfrm rot="21214060">
            <a:off x="2193537" y="2739267"/>
            <a:ext cx="7825609" cy="1015663"/>
          </a:xfrm>
          <a:prstGeom prst="rect">
            <a:avLst/>
          </a:prstGeom>
          <a:noFill/>
        </p:spPr>
        <p:txBody>
          <a:bodyPr wrap="square" rtlCol="0">
            <a:spAutoFit/>
          </a:bodyPr>
          <a:lstStyle/>
          <a:p>
            <a:r>
              <a:rPr lang="zh-CN" altLang="en-US" sz="6000" dirty="0">
                <a:solidFill>
                  <a:srgbClr val="626262"/>
                </a:solidFill>
                <a:latin typeface="汉仪黑荔枝体简" panose="00020600040101010101" pitchFamily="18" charset="-122"/>
                <a:ea typeface="汉仪黑荔枝体简" panose="00020600040101010101" pitchFamily="18" charset="-122"/>
              </a:rPr>
              <a:t>简约手绘卡通通用模板</a:t>
            </a:r>
            <a:endParaRPr lang="zh-CN" altLang="en-US" sz="6000" dirty="0">
              <a:solidFill>
                <a:srgbClr val="626262"/>
              </a:solidFill>
              <a:latin typeface="汉仪黑荔枝体简" panose="00020600040101010101" pitchFamily="18" charset="-122"/>
              <a:ea typeface="汉仪黑荔枝体简" panose="00020600040101010101" pitchFamily="18" charset="-122"/>
            </a:endParaRPr>
          </a:p>
        </p:txBody>
      </p:sp>
      <p:sp>
        <p:nvSpPr>
          <p:cNvPr id="59" name="文本框 58"/>
          <p:cNvSpPr txBox="1"/>
          <p:nvPr/>
        </p:nvSpPr>
        <p:spPr>
          <a:xfrm rot="21214060">
            <a:off x="5189591" y="1584623"/>
            <a:ext cx="4879028" cy="1015663"/>
          </a:xfrm>
          <a:prstGeom prst="rect">
            <a:avLst/>
          </a:prstGeom>
          <a:noFill/>
        </p:spPr>
        <p:txBody>
          <a:bodyPr wrap="square" rtlCol="0">
            <a:spAutoFit/>
          </a:bodyPr>
          <a:lstStyle/>
          <a:p>
            <a:r>
              <a:rPr lang="zh-CN" altLang="en-US" sz="6000">
                <a:solidFill>
                  <a:srgbClr val="626262"/>
                </a:solidFill>
                <a:latin typeface="汉仪黑荔枝体简" panose="00020600040101010101" pitchFamily="18" charset="-122"/>
                <a:ea typeface="汉仪黑荔枝体简" panose="00020600040101010101" pitchFamily="18" charset="-122"/>
              </a:rPr>
              <a:t>幼儿教学总结</a:t>
            </a:r>
            <a:endParaRPr lang="zh-CN" altLang="en-US" sz="6000" dirty="0">
              <a:solidFill>
                <a:srgbClr val="626262"/>
              </a:solidFill>
              <a:latin typeface="汉仪黑荔枝体简" panose="00020600040101010101" pitchFamily="18" charset="-122"/>
              <a:ea typeface="汉仪黑荔枝体简" panose="00020600040101010101" pitchFamily="18" charset="-122"/>
            </a:endParaRPr>
          </a:p>
        </p:txBody>
      </p:sp>
      <p:grpSp>
        <p:nvGrpSpPr>
          <p:cNvPr id="64" name="组合 63"/>
          <p:cNvGrpSpPr/>
          <p:nvPr/>
        </p:nvGrpSpPr>
        <p:grpSpPr>
          <a:xfrm>
            <a:off x="3809254" y="3754672"/>
            <a:ext cx="6035997" cy="926135"/>
            <a:chOff x="3809254" y="3754672"/>
            <a:chExt cx="6035997" cy="926135"/>
          </a:xfrm>
        </p:grpSpPr>
        <p:sp>
          <p:nvSpPr>
            <p:cNvPr id="62" name="任意多边形: 形状 61"/>
            <p:cNvSpPr/>
            <p:nvPr/>
          </p:nvSpPr>
          <p:spPr>
            <a:xfrm rot="21247874">
              <a:off x="3809254" y="3848769"/>
              <a:ext cx="5981047" cy="832038"/>
            </a:xfrm>
            <a:custGeom>
              <a:avLst/>
              <a:gdLst>
                <a:gd name="connsiteX0" fmla="*/ 0 w 5981047"/>
                <a:gd name="connsiteY0" fmla="*/ 416018 h 832038"/>
                <a:gd name="connsiteX1" fmla="*/ 0 w 5981047"/>
                <a:gd name="connsiteY1" fmla="*/ 416018 h 832038"/>
                <a:gd name="connsiteX2" fmla="*/ 0 w 5981047"/>
                <a:gd name="connsiteY2" fmla="*/ 416019 h 832038"/>
                <a:gd name="connsiteX3" fmla="*/ 5981047 w 5981047"/>
                <a:gd name="connsiteY3" fmla="*/ 0 h 832038"/>
                <a:gd name="connsiteX4" fmla="*/ 5471593 w 5981047"/>
                <a:gd name="connsiteY4" fmla="*/ 480196 h 832038"/>
                <a:gd name="connsiteX5" fmla="*/ 5803229 w 5981047"/>
                <a:gd name="connsiteY5" fmla="*/ 832038 h 832038"/>
                <a:gd name="connsiteX6" fmla="*/ 416019 w 5981047"/>
                <a:gd name="connsiteY6" fmla="*/ 832037 h 832038"/>
                <a:gd name="connsiteX7" fmla="*/ 8452 w 5981047"/>
                <a:gd name="connsiteY7" fmla="*/ 499860 h 832038"/>
                <a:gd name="connsiteX8" fmla="*/ 0 w 5981047"/>
                <a:gd name="connsiteY8" fmla="*/ 416018 h 832038"/>
                <a:gd name="connsiteX9" fmla="*/ 32693 w 5981047"/>
                <a:gd name="connsiteY9" fmla="*/ 254085 h 832038"/>
                <a:gd name="connsiteX10" fmla="*/ 416019 w 5981047"/>
                <a:gd name="connsiteY10" fmla="*/ 0 h 83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1047" h="832038">
                  <a:moveTo>
                    <a:pt x="0" y="416018"/>
                  </a:moveTo>
                  <a:lnTo>
                    <a:pt x="0" y="416018"/>
                  </a:lnTo>
                  <a:lnTo>
                    <a:pt x="0" y="416019"/>
                  </a:lnTo>
                  <a:close/>
                  <a:moveTo>
                    <a:pt x="5981047" y="0"/>
                  </a:moveTo>
                  <a:lnTo>
                    <a:pt x="5471593" y="480196"/>
                  </a:lnTo>
                  <a:lnTo>
                    <a:pt x="5803229" y="832038"/>
                  </a:lnTo>
                  <a:lnTo>
                    <a:pt x="416019" y="832037"/>
                  </a:lnTo>
                  <a:cubicBezTo>
                    <a:pt x="214978" y="832037"/>
                    <a:pt x="47244" y="689433"/>
                    <a:pt x="8452" y="499860"/>
                  </a:cubicBezTo>
                  <a:lnTo>
                    <a:pt x="0" y="416018"/>
                  </a:lnTo>
                  <a:lnTo>
                    <a:pt x="32693" y="254085"/>
                  </a:lnTo>
                  <a:cubicBezTo>
                    <a:pt x="95848" y="104770"/>
                    <a:pt x="243698" y="0"/>
                    <a:pt x="41601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直角三角形 62"/>
            <p:cNvSpPr/>
            <p:nvPr/>
          </p:nvSpPr>
          <p:spPr>
            <a:xfrm rot="3008743">
              <a:off x="9443744" y="3467464"/>
              <a:ext cx="114300" cy="688715"/>
            </a:xfrm>
            <a:prstGeom prst="r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6" name="文本框 65"/>
          <p:cNvSpPr txBox="1"/>
          <p:nvPr/>
        </p:nvSpPr>
        <p:spPr>
          <a:xfrm rot="21214060">
            <a:off x="3971694" y="3894952"/>
            <a:ext cx="5770143" cy="307777"/>
          </a:xfrm>
          <a:prstGeom prst="rect">
            <a:avLst/>
          </a:prstGeom>
          <a:noFill/>
        </p:spPr>
        <p:txBody>
          <a:bodyPr wrap="square" rtlCol="0">
            <a:spAutoFit/>
          </a:bodyPr>
          <a:lstStyle/>
          <a:p>
            <a:r>
              <a:rPr lang="en-US" altLang="zh-CN" sz="1400" dirty="0">
                <a:solidFill>
                  <a:srgbClr val="626262"/>
                </a:solidFill>
                <a:latin typeface="汉仪黑荔枝体简" panose="00020600040101010101" pitchFamily="18" charset="-122"/>
                <a:ea typeface="汉仪黑荔枝体简" panose="00020600040101010101" pitchFamily="18" charset="-122"/>
              </a:rPr>
              <a:t>SIMPLE HAND DRAWN CARTOON GENERAL TEMPLATE</a:t>
            </a:r>
            <a:endParaRPr lang="zh-CN" altLang="en-US" sz="1400" dirty="0">
              <a:solidFill>
                <a:srgbClr val="626262"/>
              </a:solidFill>
              <a:latin typeface="汉仪黑荔枝体简" panose="00020600040101010101" pitchFamily="18" charset="-122"/>
              <a:ea typeface="汉仪黑荔枝体简" panose="00020600040101010101" pitchFamily="18" charset="-122"/>
            </a:endParaRPr>
          </a:p>
        </p:txBody>
      </p:sp>
      <p:sp>
        <p:nvSpPr>
          <p:cNvPr id="67" name="文本框 66"/>
          <p:cNvSpPr txBox="1"/>
          <p:nvPr/>
        </p:nvSpPr>
        <p:spPr>
          <a:xfrm rot="21214060">
            <a:off x="6501238" y="4109507"/>
            <a:ext cx="2754493" cy="461665"/>
          </a:xfrm>
          <a:prstGeom prst="rect">
            <a:avLst/>
          </a:prstGeom>
          <a:noFill/>
        </p:spPr>
        <p:txBody>
          <a:bodyPr wrap="square" rtlCol="0">
            <a:spAutoFit/>
          </a:bodyPr>
          <a:lstStyle/>
          <a:p>
            <a:r>
              <a:rPr lang="zh-CN" altLang="en-US" sz="2400">
                <a:solidFill>
                  <a:srgbClr val="626262"/>
                </a:solidFill>
                <a:latin typeface="汉仪黑荔枝体简" panose="00020600040101010101" pitchFamily="18" charset="-122"/>
                <a:ea typeface="汉仪黑荔枝体简" panose="00020600040101010101" pitchFamily="18" charset="-122"/>
              </a:rPr>
              <a:t>授课人：婷婷老师</a:t>
            </a:r>
            <a:endParaRPr lang="zh-CN" altLang="en-US" sz="2400" dirty="0">
              <a:solidFill>
                <a:srgbClr val="626262"/>
              </a:solidFill>
              <a:latin typeface="汉仪黑荔枝体简" panose="00020600040101010101" pitchFamily="18" charset="-122"/>
              <a:ea typeface="汉仪黑荔枝体简" panose="00020600040101010101" pitchFamily="18" charset="-122"/>
            </a:endParaRPr>
          </a:p>
        </p:txBody>
      </p:sp>
      <p:pic>
        <p:nvPicPr>
          <p:cNvPr id="68" name="图片 67"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72458" t="55267" b="20329"/>
          <a:stretch>
            <a:fillRect/>
          </a:stretch>
        </p:blipFill>
        <p:spPr bwMode="auto">
          <a:xfrm rot="21136299">
            <a:off x="2394140" y="4088071"/>
            <a:ext cx="1960015" cy="2613202"/>
          </a:xfrm>
          <a:custGeom>
            <a:avLst/>
            <a:gdLst>
              <a:gd name="connsiteX0" fmla="*/ 0 w 2454728"/>
              <a:gd name="connsiteY0" fmla="*/ 0 h 3272782"/>
              <a:gd name="connsiteX1" fmla="*/ 2454728 w 2454728"/>
              <a:gd name="connsiteY1" fmla="*/ 0 h 3272782"/>
              <a:gd name="connsiteX2" fmla="*/ 2454728 w 2454728"/>
              <a:gd name="connsiteY2" fmla="*/ 3272782 h 3272782"/>
              <a:gd name="connsiteX3" fmla="*/ 462548 w 2454728"/>
              <a:gd name="connsiteY3" fmla="*/ 3272782 h 3272782"/>
              <a:gd name="connsiteX4" fmla="*/ 219529 w 2454728"/>
              <a:gd name="connsiteY4" fmla="*/ 2786743 h 3272782"/>
              <a:gd name="connsiteX5" fmla="*/ 74386 w 2454728"/>
              <a:gd name="connsiteY5" fmla="*/ 2627086 h 3272782"/>
              <a:gd name="connsiteX6" fmla="*/ 0 w 2454728"/>
              <a:gd name="connsiteY6" fmla="*/ 2627086 h 327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4728" h="3272782">
                <a:moveTo>
                  <a:pt x="0" y="0"/>
                </a:moveTo>
                <a:lnTo>
                  <a:pt x="2454728" y="0"/>
                </a:lnTo>
                <a:lnTo>
                  <a:pt x="2454728" y="3272782"/>
                </a:lnTo>
                <a:lnTo>
                  <a:pt x="462548" y="3272782"/>
                </a:lnTo>
                <a:lnTo>
                  <a:pt x="219529" y="2786743"/>
                </a:lnTo>
                <a:lnTo>
                  <a:pt x="74386" y="2627086"/>
                </a:lnTo>
                <a:lnTo>
                  <a:pt x="0" y="2627086"/>
                </a:lnTo>
                <a:close/>
              </a:path>
            </a:pathLst>
          </a:custGeom>
          <a:noFill/>
          <a:extLst>
            <a:ext uri="{909E8E84-426E-40DD-AFC4-6F175D3DCCD1}">
              <a14:hiddenFill xmlns:a14="http://schemas.microsoft.com/office/drawing/2010/main">
                <a:solidFill>
                  <a:srgbClr val="FFFFFF"/>
                </a:solidFill>
              </a14:hiddenFill>
            </a:ext>
          </a:extLst>
        </p:spPr>
      </p:pic>
      <p:pic>
        <p:nvPicPr>
          <p:cNvPr id="69"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5669" t="62748" r="73241" b="12848"/>
          <a:stretch>
            <a:fillRect/>
          </a:stretch>
        </p:blipFill>
        <p:spPr bwMode="auto">
          <a:xfrm rot="1839284">
            <a:off x="11170942" y="604491"/>
            <a:ext cx="500074" cy="870735"/>
          </a:xfrm>
          <a:prstGeom prst="rect">
            <a:avLst/>
          </a:prstGeom>
          <a:extLst>
            <a:ext uri="{909E8E84-426E-40DD-AFC4-6F175D3DCCD1}">
              <a14:hiddenFill xmlns:a14="http://schemas.microsoft.com/office/drawing/2010/main">
                <a:solidFill>
                  <a:srgbClr val="FFFFFF"/>
                </a:solidFill>
              </a14:hiddenFill>
            </a:ext>
          </a:extLst>
        </p:spPr>
      </p:pic>
      <p:pic>
        <p:nvPicPr>
          <p:cNvPr id="71"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68828" t="28011" r="6803" b="48347"/>
          <a:stretch>
            <a:fillRect/>
          </a:stretch>
        </p:blipFill>
        <p:spPr bwMode="auto">
          <a:xfrm>
            <a:off x="10261394" y="4109824"/>
            <a:ext cx="1596658" cy="2330925"/>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31918" t="6698" r="38939" b="75595"/>
          <a:stretch>
            <a:fillRect/>
          </a:stretch>
        </p:blipFill>
        <p:spPr bwMode="auto">
          <a:xfrm rot="20822434">
            <a:off x="458660" y="234820"/>
            <a:ext cx="1382941" cy="126444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80566" t="18491" r="9661" b="72843"/>
          <a:stretch>
            <a:fillRect/>
          </a:stretch>
        </p:blipFill>
        <p:spPr bwMode="auto">
          <a:xfrm rot="18088483">
            <a:off x="4603165" y="329593"/>
            <a:ext cx="407507" cy="543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组合 66"/>
          <p:cNvGrpSpPr/>
          <p:nvPr/>
        </p:nvGrpSpPr>
        <p:grpSpPr>
          <a:xfrm>
            <a:off x="0" y="0"/>
            <a:ext cx="12192000" cy="6858003"/>
            <a:chOff x="0" y="0"/>
            <a:chExt cx="12192000" cy="6858003"/>
          </a:xfrm>
        </p:grpSpPr>
        <p:grpSp>
          <p:nvGrpSpPr>
            <p:cNvPr id="26" name="组合 25"/>
            <p:cNvGrpSpPr/>
            <p:nvPr/>
          </p:nvGrpSpPr>
          <p:grpSpPr>
            <a:xfrm>
              <a:off x="0" y="174173"/>
              <a:ext cx="12192000" cy="6531426"/>
              <a:chOff x="0" y="275771"/>
              <a:chExt cx="12192000" cy="6531426"/>
            </a:xfrm>
          </p:grpSpPr>
          <p:cxnSp>
            <p:nvCxnSpPr>
              <p:cNvPr id="3" name="直接连接符 2"/>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rot="5400000">
              <a:off x="133350" y="163287"/>
              <a:ext cx="6858000" cy="6531426"/>
              <a:chOff x="0" y="275771"/>
              <a:chExt cx="12192000" cy="6531426"/>
            </a:xfrm>
          </p:grpSpPr>
          <p:cxnSp>
            <p:nvCxnSpPr>
              <p:cNvPr id="28" name="直接连接符 27"/>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rot="5400000">
              <a:off x="6103260" y="1070432"/>
              <a:ext cx="6858000" cy="4717141"/>
              <a:chOff x="0" y="2090056"/>
              <a:chExt cx="12192000" cy="4717141"/>
            </a:xfrm>
          </p:grpSpPr>
          <p:cxnSp>
            <p:nvCxnSpPr>
              <p:cNvPr id="53" name="直接连接符 52"/>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sp>
        <p:nvSpPr>
          <p:cNvPr id="68" name="矩形: 圆角 6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1213301" y="3472642"/>
            <a:ext cx="2484228" cy="587853"/>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教学工作概述</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72" name="矩形 71"/>
          <p:cNvSpPr/>
          <p:nvPr/>
        </p:nvSpPr>
        <p:spPr>
          <a:xfrm>
            <a:off x="1107348" y="4020129"/>
            <a:ext cx="2696134" cy="1190582"/>
          </a:xfrm>
          <a:prstGeom prst="rect">
            <a:avLst/>
          </a:prstGeom>
        </p:spPr>
        <p:txBody>
          <a:bodyPr wrap="square">
            <a:spAutoFit/>
          </a:bodyPr>
          <a:lstStyle/>
          <a:p>
            <a:pPr algn="ctr">
              <a:lnSpc>
                <a:spcPct val="130000"/>
              </a:lnSpc>
            </a:pPr>
            <a:r>
              <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rPr>
              <a:t>标题可以通过点击和重新输入进行更改，标题可以通过点击和重新输入进行更改</a:t>
            </a:r>
            <a:endParaRPr lang="zh-CN" altLang="en-US" sz="1400" dirty="0">
              <a:solidFill>
                <a:schemeClr val="tx1">
                  <a:lumMod val="65000"/>
                  <a:lumOff val="35000"/>
                </a:schemeClr>
              </a:solidFill>
            </a:endParaRPr>
          </a:p>
          <a:p>
            <a:pPr algn="ctr">
              <a:lnSpc>
                <a:spcPct val="130000"/>
              </a:lnSpc>
            </a:pPr>
            <a:endParaRPr lang="zh-CN" altLang="en-US" sz="1400" dirty="0">
              <a:solidFill>
                <a:schemeClr val="tx1">
                  <a:lumMod val="65000"/>
                  <a:lumOff val="35000"/>
                </a:schemeClr>
              </a:solidFill>
            </a:endParaRPr>
          </a:p>
        </p:txBody>
      </p:sp>
      <p:sp>
        <p:nvSpPr>
          <p:cNvPr id="73" name="文本框 72"/>
          <p:cNvSpPr txBox="1"/>
          <p:nvPr/>
        </p:nvSpPr>
        <p:spPr>
          <a:xfrm>
            <a:off x="1765393" y="2782869"/>
            <a:ext cx="1380045" cy="707886"/>
          </a:xfrm>
          <a:prstGeom prst="rect">
            <a:avLst/>
          </a:prstGeom>
          <a:noFill/>
        </p:spPr>
        <p:txBody>
          <a:bodyPr wrap="square" rtlCol="0">
            <a:spAutoFit/>
          </a:bodyPr>
          <a:lstStyle/>
          <a:p>
            <a:pPr algn="ctr"/>
            <a:r>
              <a:rPr lang="en-US" altLang="zh-CN" sz="4000" b="1" dirty="0">
                <a:solidFill>
                  <a:srgbClr val="626262"/>
                </a:solidFill>
                <a:latin typeface="汉仪黑荔枝体简" panose="00020600040101010101" pitchFamily="18" charset="-122"/>
                <a:ea typeface="汉仪黑荔枝体简" panose="00020600040101010101" pitchFamily="18" charset="-122"/>
              </a:rPr>
              <a:t>01</a:t>
            </a:r>
            <a:endParaRPr lang="zh-CN" altLang="en-US" sz="4000" b="1" dirty="0">
              <a:solidFill>
                <a:srgbClr val="626262"/>
              </a:solidFill>
              <a:latin typeface="汉仪黑荔枝体简" panose="00020600040101010101" pitchFamily="18" charset="-122"/>
              <a:ea typeface="汉仪黑荔枝体简" panose="00020600040101010101" pitchFamily="18" charset="-122"/>
            </a:endParaRPr>
          </a:p>
        </p:txBody>
      </p:sp>
      <p:sp>
        <p:nvSpPr>
          <p:cNvPr id="75" name="文本框 74"/>
          <p:cNvSpPr txBox="1"/>
          <p:nvPr/>
        </p:nvSpPr>
        <p:spPr>
          <a:xfrm>
            <a:off x="4843005" y="3472642"/>
            <a:ext cx="2484228" cy="587853"/>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教学完成情况</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76" name="矩形 75"/>
          <p:cNvSpPr/>
          <p:nvPr/>
        </p:nvSpPr>
        <p:spPr>
          <a:xfrm>
            <a:off x="4737052" y="4020129"/>
            <a:ext cx="2696134" cy="1190582"/>
          </a:xfrm>
          <a:prstGeom prst="rect">
            <a:avLst/>
          </a:prstGeom>
        </p:spPr>
        <p:txBody>
          <a:bodyPr wrap="square">
            <a:spAutoFit/>
          </a:bodyPr>
          <a:lstStyle/>
          <a:p>
            <a:pPr algn="ctr">
              <a:lnSpc>
                <a:spcPct val="130000"/>
              </a:lnSpc>
            </a:pPr>
            <a:r>
              <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rPr>
              <a:t>标题可以通过点击和重新输入进行更改，标题可以通过点击和重新输入进行更改</a:t>
            </a:r>
            <a:endParaRPr lang="zh-CN" altLang="en-US" sz="1400" dirty="0">
              <a:solidFill>
                <a:schemeClr val="tx1">
                  <a:lumMod val="65000"/>
                  <a:lumOff val="35000"/>
                </a:schemeClr>
              </a:solidFill>
            </a:endParaRPr>
          </a:p>
          <a:p>
            <a:pPr algn="ctr">
              <a:lnSpc>
                <a:spcPct val="130000"/>
              </a:lnSpc>
            </a:pPr>
            <a:endParaRPr lang="zh-CN" altLang="en-US" sz="1400" dirty="0">
              <a:solidFill>
                <a:schemeClr val="tx1">
                  <a:lumMod val="65000"/>
                  <a:lumOff val="35000"/>
                </a:schemeClr>
              </a:solidFill>
            </a:endParaRPr>
          </a:p>
        </p:txBody>
      </p:sp>
      <p:sp>
        <p:nvSpPr>
          <p:cNvPr id="77" name="文本框 76"/>
          <p:cNvSpPr txBox="1"/>
          <p:nvPr/>
        </p:nvSpPr>
        <p:spPr>
          <a:xfrm>
            <a:off x="5395097" y="2782869"/>
            <a:ext cx="1380045" cy="707886"/>
          </a:xfrm>
          <a:prstGeom prst="rect">
            <a:avLst/>
          </a:prstGeom>
          <a:noFill/>
        </p:spPr>
        <p:txBody>
          <a:bodyPr wrap="square" rtlCol="0">
            <a:spAutoFit/>
          </a:bodyPr>
          <a:lstStyle/>
          <a:p>
            <a:pPr algn="ctr"/>
            <a:r>
              <a:rPr lang="en-US" altLang="zh-CN" sz="4000" b="1" dirty="0">
                <a:solidFill>
                  <a:srgbClr val="626262"/>
                </a:solidFill>
                <a:latin typeface="汉仪黑荔枝体简" panose="00020600040101010101" pitchFamily="18" charset="-122"/>
                <a:ea typeface="汉仪黑荔枝体简" panose="00020600040101010101" pitchFamily="18" charset="-122"/>
              </a:rPr>
              <a:t>02</a:t>
            </a:r>
            <a:endParaRPr lang="zh-CN" altLang="en-US" sz="4000" b="1" dirty="0">
              <a:solidFill>
                <a:srgbClr val="626262"/>
              </a:solidFill>
              <a:latin typeface="汉仪黑荔枝体简" panose="00020600040101010101" pitchFamily="18" charset="-122"/>
              <a:ea typeface="汉仪黑荔枝体简" panose="00020600040101010101" pitchFamily="18" charset="-122"/>
            </a:endParaRPr>
          </a:p>
        </p:txBody>
      </p:sp>
      <p:sp>
        <p:nvSpPr>
          <p:cNvPr id="79" name="文本框 78"/>
          <p:cNvSpPr txBox="1"/>
          <p:nvPr/>
        </p:nvSpPr>
        <p:spPr>
          <a:xfrm>
            <a:off x="8472709" y="3472642"/>
            <a:ext cx="2484228" cy="587853"/>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教学工作总结</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80" name="矩形 79"/>
          <p:cNvSpPr/>
          <p:nvPr/>
        </p:nvSpPr>
        <p:spPr>
          <a:xfrm>
            <a:off x="8366756" y="4020129"/>
            <a:ext cx="2696134" cy="1190582"/>
          </a:xfrm>
          <a:prstGeom prst="rect">
            <a:avLst/>
          </a:prstGeom>
        </p:spPr>
        <p:txBody>
          <a:bodyPr wrap="square">
            <a:spAutoFit/>
          </a:bodyPr>
          <a:lstStyle/>
          <a:p>
            <a:pPr algn="ctr">
              <a:lnSpc>
                <a:spcPct val="130000"/>
              </a:lnSpc>
            </a:pPr>
            <a:r>
              <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rPr>
              <a:t>标题可以通过点击和重新输入进行更改，标题可以通过点击和重新输入进行更改</a:t>
            </a:r>
            <a:endParaRPr lang="zh-CN" altLang="en-US" sz="1400" dirty="0">
              <a:solidFill>
                <a:schemeClr val="tx1">
                  <a:lumMod val="65000"/>
                  <a:lumOff val="35000"/>
                </a:schemeClr>
              </a:solidFill>
            </a:endParaRPr>
          </a:p>
          <a:p>
            <a:pPr algn="ctr">
              <a:lnSpc>
                <a:spcPct val="130000"/>
              </a:lnSpc>
            </a:pPr>
            <a:endParaRPr lang="zh-CN" altLang="en-US" sz="1400" dirty="0">
              <a:solidFill>
                <a:schemeClr val="tx1">
                  <a:lumMod val="65000"/>
                  <a:lumOff val="35000"/>
                </a:schemeClr>
              </a:solidFill>
            </a:endParaRPr>
          </a:p>
        </p:txBody>
      </p:sp>
      <p:sp>
        <p:nvSpPr>
          <p:cNvPr id="81" name="文本框 80"/>
          <p:cNvSpPr txBox="1"/>
          <p:nvPr/>
        </p:nvSpPr>
        <p:spPr>
          <a:xfrm>
            <a:off x="9024801" y="2782869"/>
            <a:ext cx="1380045" cy="707886"/>
          </a:xfrm>
          <a:prstGeom prst="rect">
            <a:avLst/>
          </a:prstGeom>
          <a:noFill/>
        </p:spPr>
        <p:txBody>
          <a:bodyPr wrap="square" rtlCol="0">
            <a:spAutoFit/>
          </a:bodyPr>
          <a:lstStyle/>
          <a:p>
            <a:pPr algn="ctr"/>
            <a:r>
              <a:rPr lang="en-US" altLang="zh-CN" sz="4000" b="1" dirty="0">
                <a:solidFill>
                  <a:srgbClr val="626262"/>
                </a:solidFill>
                <a:latin typeface="汉仪黑荔枝体简" panose="00020600040101010101" pitchFamily="18" charset="-122"/>
                <a:ea typeface="汉仪黑荔枝体简" panose="00020600040101010101" pitchFamily="18" charset="-122"/>
              </a:rPr>
              <a:t>03</a:t>
            </a:r>
            <a:endParaRPr lang="zh-CN" altLang="en-US" sz="4000" b="1" dirty="0">
              <a:solidFill>
                <a:srgbClr val="626262"/>
              </a:solidFill>
              <a:latin typeface="汉仪黑荔枝体简" panose="00020600040101010101" pitchFamily="18" charset="-122"/>
              <a:ea typeface="汉仪黑荔枝体简" panose="00020600040101010101" pitchFamily="18" charset="-122"/>
            </a:endParaRPr>
          </a:p>
        </p:txBody>
      </p:sp>
      <p:sp>
        <p:nvSpPr>
          <p:cNvPr id="82" name="文本框 81"/>
          <p:cNvSpPr txBox="1"/>
          <p:nvPr/>
        </p:nvSpPr>
        <p:spPr>
          <a:xfrm>
            <a:off x="4881378" y="843671"/>
            <a:ext cx="2484228" cy="1143005"/>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6000" b="0" dirty="0">
                <a:solidFill>
                  <a:srgbClr val="626262"/>
                </a:solidFill>
                <a:latin typeface="汉仪黑荔枝体简" panose="00020600040101010101" pitchFamily="18" charset="-122"/>
                <a:ea typeface="汉仪黑荔枝体简" panose="00020600040101010101" pitchFamily="18" charset="-122"/>
              </a:rPr>
              <a:t>目录</a:t>
            </a:r>
            <a:endParaRPr lang="zh-CN" altLang="en-US" sz="6000" b="0" dirty="0">
              <a:solidFill>
                <a:srgbClr val="626262"/>
              </a:solidFill>
              <a:latin typeface="汉仪黑荔枝体简" panose="00020600040101010101" pitchFamily="18" charset="-122"/>
              <a:ea typeface="汉仪黑荔枝体简" panose="00020600040101010101" pitchFamily="18" charset="-122"/>
            </a:endParaRPr>
          </a:p>
        </p:txBody>
      </p:sp>
      <p:pic>
        <p:nvPicPr>
          <p:cNvPr id="83"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25794" t="76749" r="40433" b="10182"/>
          <a:stretch>
            <a:fillRect/>
          </a:stretch>
        </p:blipFill>
        <p:spPr bwMode="auto">
          <a:xfrm>
            <a:off x="879891" y="5123625"/>
            <a:ext cx="1956746" cy="1139371"/>
          </a:xfrm>
          <a:prstGeom prst="rect">
            <a:avLst/>
          </a:prstGeom>
          <a:noFill/>
          <a:extLst>
            <a:ext uri="{909E8E84-426E-40DD-AFC4-6F175D3DCCD1}">
              <a14:hiddenFill xmlns:a14="http://schemas.microsoft.com/office/drawing/2010/main">
                <a:solidFill>
                  <a:srgbClr val="FFFFFF"/>
                </a:solidFill>
              </a14:hiddenFill>
            </a:ext>
          </a:extLst>
        </p:spPr>
      </p:pic>
      <p:pic>
        <p:nvPicPr>
          <p:cNvPr id="84" name="图片 83"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59505" t="70847" r="21480" b="4578"/>
          <a:stretch>
            <a:fillRect/>
          </a:stretch>
        </p:blipFill>
        <p:spPr bwMode="auto">
          <a:xfrm rot="15245026">
            <a:off x="9311819" y="467847"/>
            <a:ext cx="911839" cy="1773201"/>
          </a:xfrm>
          <a:custGeom>
            <a:avLst/>
            <a:gdLst>
              <a:gd name="connsiteX0" fmla="*/ 0 w 1694544"/>
              <a:gd name="connsiteY0" fmla="*/ 0 h 3295283"/>
              <a:gd name="connsiteX1" fmla="*/ 1322186 w 1694544"/>
              <a:gd name="connsiteY1" fmla="*/ 0 h 3295283"/>
              <a:gd name="connsiteX2" fmla="*/ 1325563 w 1694544"/>
              <a:gd name="connsiteY2" fmla="*/ 65855 h 3295283"/>
              <a:gd name="connsiteX3" fmla="*/ 1354592 w 1694544"/>
              <a:gd name="connsiteY3" fmla="*/ 283570 h 3295283"/>
              <a:gd name="connsiteX4" fmla="*/ 1369106 w 1694544"/>
              <a:gd name="connsiteY4" fmla="*/ 327113 h 3295283"/>
              <a:gd name="connsiteX5" fmla="*/ 1383620 w 1694544"/>
              <a:gd name="connsiteY5" fmla="*/ 399684 h 3295283"/>
              <a:gd name="connsiteX6" fmla="*/ 1398135 w 1694544"/>
              <a:gd name="connsiteY6" fmla="*/ 443227 h 3295283"/>
              <a:gd name="connsiteX7" fmla="*/ 1427163 w 1694544"/>
              <a:gd name="connsiteY7" fmla="*/ 573855 h 3295283"/>
              <a:gd name="connsiteX8" fmla="*/ 1441677 w 1694544"/>
              <a:gd name="connsiteY8" fmla="*/ 631913 h 3295283"/>
              <a:gd name="connsiteX9" fmla="*/ 1470706 w 1694544"/>
              <a:gd name="connsiteY9" fmla="*/ 704484 h 3295283"/>
              <a:gd name="connsiteX10" fmla="*/ 1673906 w 1694544"/>
              <a:gd name="connsiteY10" fmla="*/ 1110884 h 3295283"/>
              <a:gd name="connsiteX11" fmla="*/ 1694544 w 1694544"/>
              <a:gd name="connsiteY11" fmla="*/ 1125481 h 3295283"/>
              <a:gd name="connsiteX12" fmla="*/ 1694544 w 1694544"/>
              <a:gd name="connsiteY12" fmla="*/ 3295283 h 3295283"/>
              <a:gd name="connsiteX13" fmla="*/ 0 w 1694544"/>
              <a:gd name="connsiteY13" fmla="*/ 3295283 h 329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94544" h="3295283">
                <a:moveTo>
                  <a:pt x="0" y="0"/>
                </a:moveTo>
                <a:lnTo>
                  <a:pt x="1322186" y="0"/>
                </a:lnTo>
                <a:lnTo>
                  <a:pt x="1325563" y="65855"/>
                </a:lnTo>
                <a:cubicBezTo>
                  <a:pt x="1332552" y="128757"/>
                  <a:pt x="1340112" y="218411"/>
                  <a:pt x="1354592" y="283570"/>
                </a:cubicBezTo>
                <a:cubicBezTo>
                  <a:pt x="1357911" y="298505"/>
                  <a:pt x="1365395" y="312270"/>
                  <a:pt x="1369106" y="327113"/>
                </a:cubicBezTo>
                <a:cubicBezTo>
                  <a:pt x="1375089" y="351046"/>
                  <a:pt x="1377637" y="375751"/>
                  <a:pt x="1383620" y="399684"/>
                </a:cubicBezTo>
                <a:cubicBezTo>
                  <a:pt x="1387331" y="414527"/>
                  <a:pt x="1393932" y="428516"/>
                  <a:pt x="1398135" y="443227"/>
                </a:cubicBezTo>
                <a:cubicBezTo>
                  <a:pt x="1415831" y="505161"/>
                  <a:pt x="1412201" y="506526"/>
                  <a:pt x="1427163" y="573855"/>
                </a:cubicBezTo>
                <a:cubicBezTo>
                  <a:pt x="1431490" y="593328"/>
                  <a:pt x="1433819" y="613578"/>
                  <a:pt x="1441677" y="631913"/>
                </a:cubicBezTo>
                <a:cubicBezTo>
                  <a:pt x="1476074" y="712171"/>
                  <a:pt x="1470706" y="642110"/>
                  <a:pt x="1470706" y="704484"/>
                </a:cubicBezTo>
                <a:lnTo>
                  <a:pt x="1673906" y="1110884"/>
                </a:lnTo>
                <a:lnTo>
                  <a:pt x="1694544" y="1125481"/>
                </a:lnTo>
                <a:lnTo>
                  <a:pt x="1694544" y="3295283"/>
                </a:lnTo>
                <a:lnTo>
                  <a:pt x="0" y="3295283"/>
                </a:lnTo>
                <a:close/>
              </a:path>
            </a:pathLst>
          </a:custGeom>
          <a:noFill/>
          <a:extLst>
            <a:ext uri="{909E8E84-426E-40DD-AFC4-6F175D3DCCD1}">
              <a14:hiddenFill xmlns:a14="http://schemas.microsoft.com/office/drawing/2010/main">
                <a:solidFill>
                  <a:srgbClr val="FFFFFF"/>
                </a:solidFill>
              </a14:hiddenFill>
            </a:ext>
          </a:extLst>
        </p:spPr>
      </p:pic>
      <p:pic>
        <p:nvPicPr>
          <p:cNvPr id="85"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80566" t="18491" r="9661" b="72843"/>
          <a:stretch>
            <a:fillRect/>
          </a:stretch>
        </p:blipFill>
        <p:spPr bwMode="auto">
          <a:xfrm rot="19668575">
            <a:off x="3117965" y="5695680"/>
            <a:ext cx="395807" cy="5281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2282878" y="3553394"/>
            <a:ext cx="7648295" cy="1185517"/>
          </a:xfrm>
          <a:prstGeom prst="rect">
            <a:avLst/>
          </a:prstGeom>
          <a:ln>
            <a:noFill/>
          </a:ln>
        </p:spPr>
        <p:txBody>
          <a:bodyPr wrap="square">
            <a:spAutoFit/>
          </a:bodyPr>
          <a:lstStyle/>
          <a:p>
            <a:pPr algn="ctr">
              <a:lnSpc>
                <a:spcPct val="130000"/>
              </a:lnSpc>
            </a:pPr>
            <a:r>
              <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rPr>
              <a:t>标题数字等都可以通过点击和重新输入进行更改，菜单开始栏设置中可以对标题数字等都可以通过点击和重新输入进行更改，菜单开始栏设置中可以对字体、行距、大小、间距等进行修改。建议参考原模板的风格字体字号字体、行距、大小、间距等进行修改，建议参考原模板的风格字体字号字体、行距、大小、间距等进行修改。</a:t>
            </a:r>
            <a:endPar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endParaRPr>
          </a:p>
        </p:txBody>
      </p:sp>
      <p:sp>
        <p:nvSpPr>
          <p:cNvPr id="61" name="文本框 60"/>
          <p:cNvSpPr txBox="1"/>
          <p:nvPr/>
        </p:nvSpPr>
        <p:spPr>
          <a:xfrm>
            <a:off x="4372727" y="2931183"/>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dist"/>
            <a:r>
              <a:rPr lang="zh-CN" altLang="en-US" b="0">
                <a:solidFill>
                  <a:srgbClr val="626262"/>
                </a:solidFill>
                <a:latin typeface="汉仪黑荔枝体简" panose="00020600040101010101" pitchFamily="18" charset="-122"/>
                <a:ea typeface="汉仪黑荔枝体简" panose="00020600040101010101" pitchFamily="18" charset="-122"/>
              </a:rPr>
              <a:t>教学工作概述</a:t>
            </a:r>
            <a:endParaRPr lang="zh-CN" altLang="en-US" b="0">
              <a:solidFill>
                <a:srgbClr val="626262"/>
              </a:solidFill>
              <a:latin typeface="汉仪黑荔枝体简" panose="00020600040101010101" pitchFamily="18" charset="-122"/>
              <a:ea typeface="汉仪黑荔枝体简" panose="00020600040101010101" pitchFamily="18" charset="-122"/>
            </a:endParaRPr>
          </a:p>
        </p:txBody>
      </p:sp>
      <p:sp>
        <p:nvSpPr>
          <p:cNvPr id="62" name="文本框 61"/>
          <p:cNvSpPr txBox="1"/>
          <p:nvPr/>
        </p:nvSpPr>
        <p:spPr>
          <a:xfrm>
            <a:off x="4652875" y="2095740"/>
            <a:ext cx="2908300" cy="830997"/>
          </a:xfrm>
          <a:prstGeom prst="rect">
            <a:avLst/>
          </a:prstGeom>
          <a:noFill/>
          <a:ln>
            <a:noFill/>
          </a:ln>
        </p:spPr>
        <p:txBody>
          <a:bodyPr wrap="square" rtlCol="0">
            <a:spAutoFit/>
          </a:bodyPr>
          <a:lstStyle/>
          <a:p>
            <a:pPr algn="ctr"/>
            <a:r>
              <a:rPr lang="en-US" altLang="zh-CN" sz="4800" dirty="0">
                <a:solidFill>
                  <a:srgbClr val="626262"/>
                </a:solidFill>
                <a:latin typeface="汉仪黑荔枝体简" panose="00020600040101010101" pitchFamily="18" charset="-122"/>
                <a:ea typeface="汉仪黑荔枝体简" panose="00020600040101010101" pitchFamily="18" charset="-122"/>
              </a:rPr>
              <a:t>Part One</a:t>
            </a:r>
            <a:endParaRPr lang="zh-CN" altLang="en-US" sz="4800" dirty="0">
              <a:solidFill>
                <a:srgbClr val="626262"/>
              </a:solidFill>
              <a:latin typeface="汉仪黑荔枝体简" panose="00020600040101010101" pitchFamily="18" charset="-122"/>
              <a:ea typeface="汉仪黑荔枝体简" panose="00020600040101010101" pitchFamily="18" charset="-122"/>
            </a:endParaRPr>
          </a:p>
        </p:txBody>
      </p:sp>
      <p:pic>
        <p:nvPicPr>
          <p:cNvPr id="63"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68828" t="28011" r="6803" b="48347"/>
          <a:stretch>
            <a:fillRect/>
          </a:stretch>
        </p:blipFill>
        <p:spPr bwMode="auto">
          <a:xfrm>
            <a:off x="656512" y="3493563"/>
            <a:ext cx="1873983" cy="2735785"/>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4530" t="32365" r="30170" b="62476"/>
          <a:stretch>
            <a:fillRect/>
          </a:stretch>
        </p:blipFill>
        <p:spPr bwMode="auto">
          <a:xfrm rot="19856484">
            <a:off x="7940815" y="2762462"/>
            <a:ext cx="1276367" cy="280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教学工作概述</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7" name="矩形 66"/>
          <p:cNvSpPr/>
          <p:nvPr/>
        </p:nvSpPr>
        <p:spPr>
          <a:xfrm>
            <a:off x="5026347" y="3101371"/>
            <a:ext cx="1723549" cy="400110"/>
          </a:xfrm>
          <a:prstGeom prst="rect">
            <a:avLst/>
          </a:prstGeom>
        </p:spPr>
        <p:txBody>
          <a:bodyPr wrap="none">
            <a:spAutoFit/>
          </a:bodyPr>
          <a:lstStyle/>
          <a:p>
            <a:r>
              <a:rPr lang="zh-CN" altLang="en-US" sz="2000" dirty="0">
                <a:solidFill>
                  <a:srgbClr val="626262"/>
                </a:solidFill>
                <a:latin typeface="汉仪黑荔枝体简" panose="00020600040101010101" pitchFamily="18" charset="-122"/>
                <a:ea typeface="汉仪黑荔枝体简" panose="00020600040101010101" pitchFamily="18" charset="-122"/>
              </a:rPr>
              <a:t>添加文字标题</a:t>
            </a:r>
            <a:endParaRPr lang="en-US" altLang="zh-CN" sz="2000" dirty="0">
              <a:solidFill>
                <a:srgbClr val="626262"/>
              </a:solidFill>
              <a:latin typeface="汉仪黑荔枝体简" panose="00020600040101010101" pitchFamily="18" charset="-122"/>
              <a:ea typeface="汉仪黑荔枝体简" panose="00020600040101010101" pitchFamily="18" charset="-122"/>
            </a:endParaRPr>
          </a:p>
        </p:txBody>
      </p:sp>
      <p:sp>
        <p:nvSpPr>
          <p:cNvPr id="68" name="矩形 67"/>
          <p:cNvSpPr/>
          <p:nvPr/>
        </p:nvSpPr>
        <p:spPr>
          <a:xfrm>
            <a:off x="1854430" y="4153431"/>
            <a:ext cx="1723549" cy="400110"/>
          </a:xfrm>
          <a:prstGeom prst="rect">
            <a:avLst/>
          </a:prstGeom>
        </p:spPr>
        <p:txBody>
          <a:bodyPr wrap="none">
            <a:spAutoFit/>
          </a:bodyPr>
          <a:lstStyle/>
          <a:p>
            <a:r>
              <a:rPr lang="zh-CN" altLang="en-US" sz="2000" dirty="0">
                <a:solidFill>
                  <a:srgbClr val="626262"/>
                </a:solidFill>
                <a:latin typeface="汉仪黑荔枝体简" panose="00020600040101010101" pitchFamily="18" charset="-122"/>
                <a:ea typeface="汉仪黑荔枝体简" panose="00020600040101010101" pitchFamily="18" charset="-122"/>
              </a:rPr>
              <a:t>添加文字标题</a:t>
            </a:r>
            <a:endParaRPr lang="en-US" altLang="zh-CN" sz="2000" dirty="0">
              <a:solidFill>
                <a:srgbClr val="626262"/>
              </a:solidFill>
              <a:latin typeface="汉仪黑荔枝体简" panose="00020600040101010101" pitchFamily="18" charset="-122"/>
              <a:ea typeface="汉仪黑荔枝体简" panose="00020600040101010101" pitchFamily="18" charset="-122"/>
            </a:endParaRPr>
          </a:p>
        </p:txBody>
      </p:sp>
      <p:sp>
        <p:nvSpPr>
          <p:cNvPr id="69" name="矩形 68"/>
          <p:cNvSpPr/>
          <p:nvPr/>
        </p:nvSpPr>
        <p:spPr>
          <a:xfrm>
            <a:off x="7804874" y="4255912"/>
            <a:ext cx="1723549" cy="400110"/>
          </a:xfrm>
          <a:prstGeom prst="rect">
            <a:avLst/>
          </a:prstGeom>
        </p:spPr>
        <p:txBody>
          <a:bodyPr wrap="none">
            <a:spAutoFit/>
          </a:bodyPr>
          <a:lstStyle/>
          <a:p>
            <a:r>
              <a:rPr lang="zh-CN" altLang="en-US" sz="2000" dirty="0">
                <a:solidFill>
                  <a:srgbClr val="626262"/>
                </a:solidFill>
                <a:latin typeface="汉仪黑荔枝体简" panose="00020600040101010101" pitchFamily="18" charset="-122"/>
                <a:ea typeface="汉仪黑荔枝体简" panose="00020600040101010101" pitchFamily="18" charset="-122"/>
              </a:rPr>
              <a:t>添加文字标题</a:t>
            </a:r>
            <a:endParaRPr lang="en-US" altLang="zh-CN" sz="2000" dirty="0">
              <a:solidFill>
                <a:srgbClr val="626262"/>
              </a:solidFill>
              <a:latin typeface="汉仪黑荔枝体简" panose="00020600040101010101" pitchFamily="18" charset="-122"/>
              <a:ea typeface="汉仪黑荔枝体简" panose="00020600040101010101" pitchFamily="18" charset="-122"/>
            </a:endParaRPr>
          </a:p>
        </p:txBody>
      </p:sp>
      <p:sp>
        <p:nvSpPr>
          <p:cNvPr id="70" name="任意多边形: 形状 69"/>
          <p:cNvSpPr/>
          <p:nvPr/>
        </p:nvSpPr>
        <p:spPr>
          <a:xfrm>
            <a:off x="3676650" y="2381250"/>
            <a:ext cx="1114425" cy="904875"/>
          </a:xfrm>
          <a:custGeom>
            <a:avLst/>
            <a:gdLst>
              <a:gd name="connsiteX0" fmla="*/ 0 w 1114425"/>
              <a:gd name="connsiteY0" fmla="*/ 904875 h 904875"/>
              <a:gd name="connsiteX1" fmla="*/ 533400 w 1114425"/>
              <a:gd name="connsiteY1" fmla="*/ 228600 h 904875"/>
              <a:gd name="connsiteX2" fmla="*/ 1114425 w 1114425"/>
              <a:gd name="connsiteY2" fmla="*/ 0 h 904875"/>
            </a:gdLst>
            <a:ahLst/>
            <a:cxnLst>
              <a:cxn ang="0">
                <a:pos x="connsiteX0" y="connsiteY0"/>
              </a:cxn>
              <a:cxn ang="0">
                <a:pos x="connsiteX1" y="connsiteY1"/>
              </a:cxn>
              <a:cxn ang="0">
                <a:pos x="connsiteX2" y="connsiteY2"/>
              </a:cxn>
            </a:cxnLst>
            <a:rect l="l" t="t" r="r" b="b"/>
            <a:pathLst>
              <a:path w="1114425" h="904875">
                <a:moveTo>
                  <a:pt x="0" y="904875"/>
                </a:moveTo>
                <a:cubicBezTo>
                  <a:pt x="173831" y="642143"/>
                  <a:pt x="347663" y="379412"/>
                  <a:pt x="533400" y="228600"/>
                </a:cubicBezTo>
                <a:cubicBezTo>
                  <a:pt x="719138" y="77787"/>
                  <a:pt x="916781" y="38893"/>
                  <a:pt x="1114425" y="0"/>
                </a:cubicBezTo>
              </a:path>
            </a:pathLst>
          </a:custGeom>
          <a:noFill/>
          <a:ln w="22225" cap="rnd">
            <a:solidFill>
              <a:srgbClr val="626262"/>
            </a:solidFill>
            <a:prstDash val="sysDash"/>
            <a:roun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任意多边形: 形状 70"/>
          <p:cNvSpPr/>
          <p:nvPr/>
        </p:nvSpPr>
        <p:spPr>
          <a:xfrm>
            <a:off x="6610350" y="2438400"/>
            <a:ext cx="1419225" cy="590550"/>
          </a:xfrm>
          <a:custGeom>
            <a:avLst/>
            <a:gdLst>
              <a:gd name="connsiteX0" fmla="*/ 0 w 1419225"/>
              <a:gd name="connsiteY0" fmla="*/ 0 h 590550"/>
              <a:gd name="connsiteX1" fmla="*/ 752475 w 1419225"/>
              <a:gd name="connsiteY1" fmla="*/ 104775 h 590550"/>
              <a:gd name="connsiteX2" fmla="*/ 1419225 w 1419225"/>
              <a:gd name="connsiteY2" fmla="*/ 590550 h 590550"/>
            </a:gdLst>
            <a:ahLst/>
            <a:cxnLst>
              <a:cxn ang="0">
                <a:pos x="connsiteX0" y="connsiteY0"/>
              </a:cxn>
              <a:cxn ang="0">
                <a:pos x="connsiteX1" y="connsiteY1"/>
              </a:cxn>
              <a:cxn ang="0">
                <a:pos x="connsiteX2" y="connsiteY2"/>
              </a:cxn>
            </a:cxnLst>
            <a:rect l="l" t="t" r="r" b="b"/>
            <a:pathLst>
              <a:path w="1419225" h="590550">
                <a:moveTo>
                  <a:pt x="0" y="0"/>
                </a:moveTo>
                <a:cubicBezTo>
                  <a:pt x="257969" y="3175"/>
                  <a:pt x="515938" y="6350"/>
                  <a:pt x="752475" y="104775"/>
                </a:cubicBezTo>
                <a:cubicBezTo>
                  <a:pt x="989013" y="203200"/>
                  <a:pt x="1204119" y="396875"/>
                  <a:pt x="1419225" y="590550"/>
                </a:cubicBezTo>
              </a:path>
            </a:pathLst>
          </a:custGeom>
          <a:noFill/>
          <a:ln w="22225" cap="rnd">
            <a:solidFill>
              <a:srgbClr val="626262"/>
            </a:solidFill>
            <a:prstDash val="sysDash"/>
            <a:roun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2" name="矩形 71"/>
          <p:cNvSpPr/>
          <p:nvPr/>
        </p:nvSpPr>
        <p:spPr>
          <a:xfrm>
            <a:off x="4490888" y="3446244"/>
            <a:ext cx="2905601" cy="906723"/>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73" name="矩形 72"/>
          <p:cNvSpPr/>
          <p:nvPr/>
        </p:nvSpPr>
        <p:spPr>
          <a:xfrm>
            <a:off x="7213847" y="4604079"/>
            <a:ext cx="2905601" cy="906723"/>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74" name="矩形 73"/>
          <p:cNvSpPr/>
          <p:nvPr/>
        </p:nvSpPr>
        <p:spPr>
          <a:xfrm>
            <a:off x="1373353" y="4553541"/>
            <a:ext cx="2905601" cy="906723"/>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pic>
        <p:nvPicPr>
          <p:cNvPr id="75"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62280" t="10039" r="3944" b="83236"/>
          <a:stretch>
            <a:fillRect/>
          </a:stretch>
        </p:blipFill>
        <p:spPr bwMode="auto">
          <a:xfrm rot="20465888">
            <a:off x="7994874" y="3130860"/>
            <a:ext cx="1873538" cy="561271"/>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25794" t="76749" r="40433" b="10182"/>
          <a:stretch>
            <a:fillRect/>
          </a:stretch>
        </p:blipFill>
        <p:spPr bwMode="auto">
          <a:xfrm>
            <a:off x="4997636" y="2036538"/>
            <a:ext cx="1527729" cy="889564"/>
          </a:xfrm>
          <a:prstGeom prst="rect">
            <a:avLst/>
          </a:prstGeom>
          <a:noFill/>
          <a:extLst>
            <a:ext uri="{909E8E84-426E-40DD-AFC4-6F175D3DCCD1}">
              <a14:hiddenFill xmlns:a14="http://schemas.microsoft.com/office/drawing/2010/main">
                <a:solidFill>
                  <a:srgbClr val="FFFFFF"/>
                </a:solidFill>
              </a14:hiddenFill>
            </a:ext>
          </a:extLst>
        </p:spPr>
      </p:pic>
      <p:pic>
        <p:nvPicPr>
          <p:cNvPr id="77" name="图片 7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59505" t="70847" r="21480" b="4578"/>
          <a:stretch>
            <a:fillRect/>
          </a:stretch>
        </p:blipFill>
        <p:spPr bwMode="auto">
          <a:xfrm rot="14210913">
            <a:off x="2462381" y="2565261"/>
            <a:ext cx="808532" cy="1572306"/>
          </a:xfrm>
          <a:custGeom>
            <a:avLst/>
            <a:gdLst>
              <a:gd name="connsiteX0" fmla="*/ 0 w 1694544"/>
              <a:gd name="connsiteY0" fmla="*/ 0 h 3295283"/>
              <a:gd name="connsiteX1" fmla="*/ 1322186 w 1694544"/>
              <a:gd name="connsiteY1" fmla="*/ 0 h 3295283"/>
              <a:gd name="connsiteX2" fmla="*/ 1325563 w 1694544"/>
              <a:gd name="connsiteY2" fmla="*/ 65855 h 3295283"/>
              <a:gd name="connsiteX3" fmla="*/ 1354592 w 1694544"/>
              <a:gd name="connsiteY3" fmla="*/ 283570 h 3295283"/>
              <a:gd name="connsiteX4" fmla="*/ 1369106 w 1694544"/>
              <a:gd name="connsiteY4" fmla="*/ 327113 h 3295283"/>
              <a:gd name="connsiteX5" fmla="*/ 1383620 w 1694544"/>
              <a:gd name="connsiteY5" fmla="*/ 399684 h 3295283"/>
              <a:gd name="connsiteX6" fmla="*/ 1398135 w 1694544"/>
              <a:gd name="connsiteY6" fmla="*/ 443227 h 3295283"/>
              <a:gd name="connsiteX7" fmla="*/ 1427163 w 1694544"/>
              <a:gd name="connsiteY7" fmla="*/ 573855 h 3295283"/>
              <a:gd name="connsiteX8" fmla="*/ 1441677 w 1694544"/>
              <a:gd name="connsiteY8" fmla="*/ 631913 h 3295283"/>
              <a:gd name="connsiteX9" fmla="*/ 1470706 w 1694544"/>
              <a:gd name="connsiteY9" fmla="*/ 704484 h 3295283"/>
              <a:gd name="connsiteX10" fmla="*/ 1673906 w 1694544"/>
              <a:gd name="connsiteY10" fmla="*/ 1110884 h 3295283"/>
              <a:gd name="connsiteX11" fmla="*/ 1694544 w 1694544"/>
              <a:gd name="connsiteY11" fmla="*/ 1125481 h 3295283"/>
              <a:gd name="connsiteX12" fmla="*/ 1694544 w 1694544"/>
              <a:gd name="connsiteY12" fmla="*/ 3295283 h 3295283"/>
              <a:gd name="connsiteX13" fmla="*/ 0 w 1694544"/>
              <a:gd name="connsiteY13" fmla="*/ 3295283 h 329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94544" h="3295283">
                <a:moveTo>
                  <a:pt x="0" y="0"/>
                </a:moveTo>
                <a:lnTo>
                  <a:pt x="1322186" y="0"/>
                </a:lnTo>
                <a:lnTo>
                  <a:pt x="1325563" y="65855"/>
                </a:lnTo>
                <a:cubicBezTo>
                  <a:pt x="1332552" y="128757"/>
                  <a:pt x="1340112" y="218411"/>
                  <a:pt x="1354592" y="283570"/>
                </a:cubicBezTo>
                <a:cubicBezTo>
                  <a:pt x="1357911" y="298505"/>
                  <a:pt x="1365395" y="312270"/>
                  <a:pt x="1369106" y="327113"/>
                </a:cubicBezTo>
                <a:cubicBezTo>
                  <a:pt x="1375089" y="351046"/>
                  <a:pt x="1377637" y="375751"/>
                  <a:pt x="1383620" y="399684"/>
                </a:cubicBezTo>
                <a:cubicBezTo>
                  <a:pt x="1387331" y="414527"/>
                  <a:pt x="1393932" y="428516"/>
                  <a:pt x="1398135" y="443227"/>
                </a:cubicBezTo>
                <a:cubicBezTo>
                  <a:pt x="1415831" y="505161"/>
                  <a:pt x="1412201" y="506526"/>
                  <a:pt x="1427163" y="573855"/>
                </a:cubicBezTo>
                <a:cubicBezTo>
                  <a:pt x="1431490" y="593328"/>
                  <a:pt x="1433819" y="613578"/>
                  <a:pt x="1441677" y="631913"/>
                </a:cubicBezTo>
                <a:cubicBezTo>
                  <a:pt x="1476074" y="712171"/>
                  <a:pt x="1470706" y="642110"/>
                  <a:pt x="1470706" y="704484"/>
                </a:cubicBezTo>
                <a:lnTo>
                  <a:pt x="1673906" y="1110884"/>
                </a:lnTo>
                <a:lnTo>
                  <a:pt x="1694544" y="1125481"/>
                </a:lnTo>
                <a:lnTo>
                  <a:pt x="1694544" y="3295283"/>
                </a:lnTo>
                <a:lnTo>
                  <a:pt x="0" y="3295283"/>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教学工作概述</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2" name="文本框 61"/>
          <p:cNvSpPr txBox="1"/>
          <p:nvPr/>
        </p:nvSpPr>
        <p:spPr>
          <a:xfrm>
            <a:off x="3532152" y="5088064"/>
            <a:ext cx="5054671" cy="400110"/>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000" b="0" spc="100" dirty="0">
                <a:solidFill>
                  <a:srgbClr val="626262"/>
                </a:solidFill>
                <a:latin typeface="汉仪黑荔枝体简" panose="00020600040101010101" pitchFamily="18" charset="-122"/>
                <a:ea typeface="汉仪黑荔枝体简" panose="00020600040101010101" pitchFamily="18" charset="-122"/>
              </a:rPr>
              <a:t>添加文本信息</a:t>
            </a:r>
            <a:endParaRPr lang="zh-CN" altLang="en-US" sz="2000" b="0" spc="100" dirty="0">
              <a:solidFill>
                <a:srgbClr val="626262"/>
              </a:solidFill>
              <a:latin typeface="汉仪黑荔枝体简" panose="00020600040101010101" pitchFamily="18" charset="-122"/>
              <a:ea typeface="汉仪黑荔枝体简" panose="00020600040101010101" pitchFamily="18" charset="-122"/>
            </a:endParaRPr>
          </a:p>
        </p:txBody>
      </p:sp>
      <p:sp>
        <p:nvSpPr>
          <p:cNvPr id="63" name="矩形 62"/>
          <p:cNvSpPr/>
          <p:nvPr/>
        </p:nvSpPr>
        <p:spPr>
          <a:xfrm>
            <a:off x="1641518" y="5459169"/>
            <a:ext cx="9008243" cy="626646"/>
          </a:xfrm>
          <a:prstGeom prst="rect">
            <a:avLst/>
          </a:prstGeom>
        </p:spPr>
        <p:txBody>
          <a:bodyPr wrap="square">
            <a:spAutoFit/>
          </a:bodyPr>
          <a:lstStyle/>
          <a:p>
            <a:pPr algn="ctr">
              <a:lnSpc>
                <a:spcPct val="130000"/>
              </a:lnSpc>
            </a:pP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点击在此输入文本内容。</a:t>
            </a: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修改。建议参考原模板的风格字体字号</a:t>
            </a:r>
            <a:endParaRPr kumimoji="1"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65" name="椭圆 64"/>
          <p:cNvSpPr/>
          <p:nvPr/>
        </p:nvSpPr>
        <p:spPr>
          <a:xfrm>
            <a:off x="1315845" y="2052145"/>
            <a:ext cx="1650380" cy="1650380"/>
          </a:xfrm>
          <a:prstGeom prst="ellipse">
            <a:avLst/>
          </a:prstGeom>
          <a:noFill/>
          <a:ln w="127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stats_150561"/>
          <p:cNvSpPr>
            <a:spLocks noChangeAspect="1"/>
          </p:cNvSpPr>
          <p:nvPr/>
        </p:nvSpPr>
        <p:spPr bwMode="auto">
          <a:xfrm>
            <a:off x="1879461" y="2706234"/>
            <a:ext cx="523147" cy="342202"/>
          </a:xfrm>
          <a:custGeom>
            <a:avLst/>
            <a:gdLst>
              <a:gd name="T0" fmla="*/ 2907 w 3311"/>
              <a:gd name="T1" fmla="*/ 0 h 2169"/>
              <a:gd name="T2" fmla="*/ 2503 w 3311"/>
              <a:gd name="T3" fmla="*/ 404 h 2169"/>
              <a:gd name="T4" fmla="*/ 2563 w 3311"/>
              <a:gd name="T5" fmla="*/ 616 h 2169"/>
              <a:gd name="T6" fmla="*/ 2175 w 3311"/>
              <a:gd name="T7" fmla="*/ 1061 h 2169"/>
              <a:gd name="T8" fmla="*/ 1999 w 3311"/>
              <a:gd name="T9" fmla="*/ 1021 h 2169"/>
              <a:gd name="T10" fmla="*/ 1776 w 3311"/>
              <a:gd name="T11" fmla="*/ 1088 h 2169"/>
              <a:gd name="T12" fmla="*/ 1565 w 3311"/>
              <a:gd name="T13" fmla="*/ 908 h 2169"/>
              <a:gd name="T14" fmla="*/ 1594 w 3311"/>
              <a:gd name="T15" fmla="*/ 756 h 2169"/>
              <a:gd name="T16" fmla="*/ 1190 w 3311"/>
              <a:gd name="T17" fmla="*/ 352 h 2169"/>
              <a:gd name="T18" fmla="*/ 786 w 3311"/>
              <a:gd name="T19" fmla="*/ 756 h 2169"/>
              <a:gd name="T20" fmla="*/ 856 w 3311"/>
              <a:gd name="T21" fmla="*/ 983 h 2169"/>
              <a:gd name="T22" fmla="*/ 545 w 3311"/>
              <a:gd name="T23" fmla="*/ 1386 h 2169"/>
              <a:gd name="T24" fmla="*/ 404 w 3311"/>
              <a:gd name="T25" fmla="*/ 1361 h 2169"/>
              <a:gd name="T26" fmla="*/ 0 w 3311"/>
              <a:gd name="T27" fmla="*/ 1765 h 2169"/>
              <a:gd name="T28" fmla="*/ 404 w 3311"/>
              <a:gd name="T29" fmla="*/ 2169 h 2169"/>
              <a:gd name="T30" fmla="*/ 808 w 3311"/>
              <a:gd name="T31" fmla="*/ 1765 h 2169"/>
              <a:gd name="T32" fmla="*/ 735 w 3311"/>
              <a:gd name="T33" fmla="*/ 1533 h 2169"/>
              <a:gd name="T34" fmla="*/ 1044 w 3311"/>
              <a:gd name="T35" fmla="*/ 1132 h 2169"/>
              <a:gd name="T36" fmla="*/ 1190 w 3311"/>
              <a:gd name="T37" fmla="*/ 1160 h 2169"/>
              <a:gd name="T38" fmla="*/ 1412 w 3311"/>
              <a:gd name="T39" fmla="*/ 1093 h 2169"/>
              <a:gd name="T40" fmla="*/ 1624 w 3311"/>
              <a:gd name="T41" fmla="*/ 1274 h 2169"/>
              <a:gd name="T42" fmla="*/ 1595 w 3311"/>
              <a:gd name="T43" fmla="*/ 1425 h 2169"/>
              <a:gd name="T44" fmla="*/ 1999 w 3311"/>
              <a:gd name="T45" fmla="*/ 1829 h 2169"/>
              <a:gd name="T46" fmla="*/ 2403 w 3311"/>
              <a:gd name="T47" fmla="*/ 1425 h 2169"/>
              <a:gd name="T48" fmla="*/ 2350 w 3311"/>
              <a:gd name="T49" fmla="*/ 1225 h 2169"/>
              <a:gd name="T50" fmla="*/ 2744 w 3311"/>
              <a:gd name="T51" fmla="*/ 773 h 2169"/>
              <a:gd name="T52" fmla="*/ 2907 w 3311"/>
              <a:gd name="T53" fmla="*/ 808 h 2169"/>
              <a:gd name="T54" fmla="*/ 3311 w 3311"/>
              <a:gd name="T55" fmla="*/ 404 h 2169"/>
              <a:gd name="T56" fmla="*/ 2907 w 3311"/>
              <a:gd name="T57" fmla="*/ 0 h 2169"/>
              <a:gd name="T58" fmla="*/ 2907 w 3311"/>
              <a:gd name="T59" fmla="*/ 568 h 2169"/>
              <a:gd name="T60" fmla="*/ 2743 w 3311"/>
              <a:gd name="T61" fmla="*/ 404 h 2169"/>
              <a:gd name="T62" fmla="*/ 2907 w 3311"/>
              <a:gd name="T63" fmla="*/ 240 h 2169"/>
              <a:gd name="T64" fmla="*/ 3071 w 3311"/>
              <a:gd name="T65" fmla="*/ 404 h 2169"/>
              <a:gd name="T66" fmla="*/ 2907 w 3311"/>
              <a:gd name="T67" fmla="*/ 568 h 2169"/>
              <a:gd name="T68" fmla="*/ 1999 w 3311"/>
              <a:gd name="T69" fmla="*/ 1589 h 2169"/>
              <a:gd name="T70" fmla="*/ 1835 w 3311"/>
              <a:gd name="T71" fmla="*/ 1425 h 2169"/>
              <a:gd name="T72" fmla="*/ 1999 w 3311"/>
              <a:gd name="T73" fmla="*/ 1261 h 2169"/>
              <a:gd name="T74" fmla="*/ 2163 w 3311"/>
              <a:gd name="T75" fmla="*/ 1425 h 2169"/>
              <a:gd name="T76" fmla="*/ 1999 w 3311"/>
              <a:gd name="T77" fmla="*/ 1589 h 2169"/>
              <a:gd name="T78" fmla="*/ 1190 w 3311"/>
              <a:gd name="T79" fmla="*/ 920 h 2169"/>
              <a:gd name="T80" fmla="*/ 1026 w 3311"/>
              <a:gd name="T81" fmla="*/ 756 h 2169"/>
              <a:gd name="T82" fmla="*/ 1190 w 3311"/>
              <a:gd name="T83" fmla="*/ 592 h 2169"/>
              <a:gd name="T84" fmla="*/ 1354 w 3311"/>
              <a:gd name="T85" fmla="*/ 756 h 2169"/>
              <a:gd name="T86" fmla="*/ 1190 w 3311"/>
              <a:gd name="T87" fmla="*/ 920 h 2169"/>
              <a:gd name="T88" fmla="*/ 568 w 3311"/>
              <a:gd name="T89" fmla="*/ 1765 h 2169"/>
              <a:gd name="T90" fmla="*/ 404 w 3311"/>
              <a:gd name="T91" fmla="*/ 1929 h 2169"/>
              <a:gd name="T92" fmla="*/ 240 w 3311"/>
              <a:gd name="T93" fmla="*/ 1765 h 2169"/>
              <a:gd name="T94" fmla="*/ 404 w 3311"/>
              <a:gd name="T95" fmla="*/ 1601 h 2169"/>
              <a:gd name="T96" fmla="*/ 568 w 3311"/>
              <a:gd name="T97" fmla="*/ 1765 h 2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11" h="2169">
                <a:moveTo>
                  <a:pt x="2907" y="0"/>
                </a:moveTo>
                <a:cubicBezTo>
                  <a:pt x="2684" y="0"/>
                  <a:pt x="2503" y="181"/>
                  <a:pt x="2503" y="404"/>
                </a:cubicBezTo>
                <a:cubicBezTo>
                  <a:pt x="2503" y="481"/>
                  <a:pt x="2525" y="554"/>
                  <a:pt x="2563" y="616"/>
                </a:cubicBezTo>
                <a:lnTo>
                  <a:pt x="2175" y="1061"/>
                </a:lnTo>
                <a:cubicBezTo>
                  <a:pt x="2122" y="1036"/>
                  <a:pt x="2062" y="1021"/>
                  <a:pt x="1999" y="1021"/>
                </a:cubicBezTo>
                <a:cubicBezTo>
                  <a:pt x="1917" y="1021"/>
                  <a:pt x="1840" y="1046"/>
                  <a:pt x="1776" y="1088"/>
                </a:cubicBezTo>
                <a:lnTo>
                  <a:pt x="1565" y="908"/>
                </a:lnTo>
                <a:cubicBezTo>
                  <a:pt x="1584" y="861"/>
                  <a:pt x="1594" y="809"/>
                  <a:pt x="1594" y="756"/>
                </a:cubicBezTo>
                <a:cubicBezTo>
                  <a:pt x="1594" y="533"/>
                  <a:pt x="1413" y="352"/>
                  <a:pt x="1190" y="352"/>
                </a:cubicBezTo>
                <a:cubicBezTo>
                  <a:pt x="968" y="352"/>
                  <a:pt x="786" y="533"/>
                  <a:pt x="786" y="756"/>
                </a:cubicBezTo>
                <a:cubicBezTo>
                  <a:pt x="786" y="840"/>
                  <a:pt x="812" y="918"/>
                  <a:pt x="856" y="983"/>
                </a:cubicBezTo>
                <a:lnTo>
                  <a:pt x="545" y="1386"/>
                </a:lnTo>
                <a:cubicBezTo>
                  <a:pt x="501" y="1370"/>
                  <a:pt x="454" y="1361"/>
                  <a:pt x="404" y="1361"/>
                </a:cubicBezTo>
                <a:cubicBezTo>
                  <a:pt x="181" y="1361"/>
                  <a:pt x="0" y="1542"/>
                  <a:pt x="0" y="1765"/>
                </a:cubicBezTo>
                <a:cubicBezTo>
                  <a:pt x="0" y="1988"/>
                  <a:pt x="181" y="2169"/>
                  <a:pt x="404" y="2169"/>
                </a:cubicBezTo>
                <a:cubicBezTo>
                  <a:pt x="627" y="2169"/>
                  <a:pt x="808" y="1988"/>
                  <a:pt x="808" y="1765"/>
                </a:cubicBezTo>
                <a:cubicBezTo>
                  <a:pt x="808" y="1679"/>
                  <a:pt x="781" y="1599"/>
                  <a:pt x="735" y="1533"/>
                </a:cubicBezTo>
                <a:lnTo>
                  <a:pt x="1044" y="1132"/>
                </a:lnTo>
                <a:cubicBezTo>
                  <a:pt x="1090" y="1150"/>
                  <a:pt x="1139" y="1160"/>
                  <a:pt x="1190" y="1160"/>
                </a:cubicBezTo>
                <a:cubicBezTo>
                  <a:pt x="1272" y="1160"/>
                  <a:pt x="1349" y="1135"/>
                  <a:pt x="1412" y="1093"/>
                </a:cubicBezTo>
                <a:lnTo>
                  <a:pt x="1624" y="1274"/>
                </a:lnTo>
                <a:cubicBezTo>
                  <a:pt x="1606" y="1321"/>
                  <a:pt x="1595" y="1372"/>
                  <a:pt x="1595" y="1425"/>
                </a:cubicBezTo>
                <a:cubicBezTo>
                  <a:pt x="1595" y="1648"/>
                  <a:pt x="1776" y="1829"/>
                  <a:pt x="1999" y="1829"/>
                </a:cubicBezTo>
                <a:cubicBezTo>
                  <a:pt x="2222" y="1829"/>
                  <a:pt x="2403" y="1648"/>
                  <a:pt x="2403" y="1425"/>
                </a:cubicBezTo>
                <a:cubicBezTo>
                  <a:pt x="2403" y="1352"/>
                  <a:pt x="2384" y="1284"/>
                  <a:pt x="2350" y="1225"/>
                </a:cubicBezTo>
                <a:lnTo>
                  <a:pt x="2744" y="773"/>
                </a:lnTo>
                <a:cubicBezTo>
                  <a:pt x="2794" y="795"/>
                  <a:pt x="2849" y="808"/>
                  <a:pt x="2907" y="808"/>
                </a:cubicBezTo>
                <a:cubicBezTo>
                  <a:pt x="3130" y="808"/>
                  <a:pt x="3311" y="627"/>
                  <a:pt x="3311" y="404"/>
                </a:cubicBezTo>
                <a:cubicBezTo>
                  <a:pt x="3311" y="181"/>
                  <a:pt x="3130" y="0"/>
                  <a:pt x="2907" y="0"/>
                </a:cubicBezTo>
                <a:close/>
                <a:moveTo>
                  <a:pt x="2907" y="568"/>
                </a:moveTo>
                <a:cubicBezTo>
                  <a:pt x="2816" y="568"/>
                  <a:pt x="2743" y="494"/>
                  <a:pt x="2743" y="404"/>
                </a:cubicBezTo>
                <a:cubicBezTo>
                  <a:pt x="2743" y="313"/>
                  <a:pt x="2816" y="240"/>
                  <a:pt x="2907" y="240"/>
                </a:cubicBezTo>
                <a:cubicBezTo>
                  <a:pt x="2997" y="240"/>
                  <a:pt x="3071" y="313"/>
                  <a:pt x="3071" y="404"/>
                </a:cubicBezTo>
                <a:cubicBezTo>
                  <a:pt x="3071" y="494"/>
                  <a:pt x="2997" y="568"/>
                  <a:pt x="2907" y="568"/>
                </a:cubicBezTo>
                <a:close/>
                <a:moveTo>
                  <a:pt x="1999" y="1589"/>
                </a:moveTo>
                <a:cubicBezTo>
                  <a:pt x="1909" y="1589"/>
                  <a:pt x="1835" y="1516"/>
                  <a:pt x="1835" y="1425"/>
                </a:cubicBezTo>
                <a:cubicBezTo>
                  <a:pt x="1835" y="1335"/>
                  <a:pt x="1909" y="1261"/>
                  <a:pt x="1999" y="1261"/>
                </a:cubicBezTo>
                <a:cubicBezTo>
                  <a:pt x="2089" y="1261"/>
                  <a:pt x="2163" y="1335"/>
                  <a:pt x="2163" y="1425"/>
                </a:cubicBezTo>
                <a:cubicBezTo>
                  <a:pt x="2163" y="1516"/>
                  <a:pt x="2089" y="1589"/>
                  <a:pt x="1999" y="1589"/>
                </a:cubicBezTo>
                <a:close/>
                <a:moveTo>
                  <a:pt x="1190" y="920"/>
                </a:moveTo>
                <a:cubicBezTo>
                  <a:pt x="1100" y="920"/>
                  <a:pt x="1026" y="846"/>
                  <a:pt x="1026" y="756"/>
                </a:cubicBezTo>
                <a:cubicBezTo>
                  <a:pt x="1026" y="665"/>
                  <a:pt x="1100" y="592"/>
                  <a:pt x="1190" y="592"/>
                </a:cubicBezTo>
                <a:cubicBezTo>
                  <a:pt x="1281" y="592"/>
                  <a:pt x="1354" y="665"/>
                  <a:pt x="1354" y="756"/>
                </a:cubicBezTo>
                <a:cubicBezTo>
                  <a:pt x="1354" y="846"/>
                  <a:pt x="1281" y="920"/>
                  <a:pt x="1190" y="920"/>
                </a:cubicBezTo>
                <a:close/>
                <a:moveTo>
                  <a:pt x="568" y="1765"/>
                </a:moveTo>
                <a:cubicBezTo>
                  <a:pt x="568" y="1855"/>
                  <a:pt x="494" y="1929"/>
                  <a:pt x="404" y="1929"/>
                </a:cubicBezTo>
                <a:cubicBezTo>
                  <a:pt x="314" y="1929"/>
                  <a:pt x="240" y="1855"/>
                  <a:pt x="240" y="1765"/>
                </a:cubicBezTo>
                <a:cubicBezTo>
                  <a:pt x="240" y="1675"/>
                  <a:pt x="314" y="1601"/>
                  <a:pt x="404" y="1601"/>
                </a:cubicBezTo>
                <a:cubicBezTo>
                  <a:pt x="494" y="1601"/>
                  <a:pt x="568" y="1675"/>
                  <a:pt x="568" y="1765"/>
                </a:cubicBezTo>
                <a:close/>
              </a:path>
            </a:pathLst>
          </a:custGeom>
          <a:solidFill>
            <a:srgbClr val="626262"/>
          </a:solidFill>
          <a:ln>
            <a:noFill/>
          </a:ln>
        </p:spPr>
      </p:sp>
      <p:sp>
        <p:nvSpPr>
          <p:cNvPr id="68" name="椭圆 67"/>
          <p:cNvSpPr/>
          <p:nvPr/>
        </p:nvSpPr>
        <p:spPr>
          <a:xfrm>
            <a:off x="3952488" y="2023119"/>
            <a:ext cx="1650380" cy="1650380"/>
          </a:xfrm>
          <a:prstGeom prst="ellipse">
            <a:avLst/>
          </a:prstGeom>
          <a:noFill/>
          <a:ln w="127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9" name="stats_150561"/>
          <p:cNvSpPr>
            <a:spLocks noChangeAspect="1"/>
          </p:cNvSpPr>
          <p:nvPr/>
        </p:nvSpPr>
        <p:spPr bwMode="auto">
          <a:xfrm>
            <a:off x="4575755" y="2607005"/>
            <a:ext cx="403845" cy="403291"/>
          </a:xfrm>
          <a:custGeom>
            <a:avLst/>
            <a:gdLst>
              <a:gd name="connsiteX0" fmla="*/ 320375 w 603265"/>
              <a:gd name="connsiteY0" fmla="*/ 466997 h 602437"/>
              <a:gd name="connsiteX1" fmla="*/ 516700 w 603265"/>
              <a:gd name="connsiteY1" fmla="*/ 466997 h 602437"/>
              <a:gd name="connsiteX2" fmla="*/ 516700 w 603265"/>
              <a:gd name="connsiteY2" fmla="*/ 516078 h 602437"/>
              <a:gd name="connsiteX3" fmla="*/ 320375 w 603265"/>
              <a:gd name="connsiteY3" fmla="*/ 516078 h 602437"/>
              <a:gd name="connsiteX4" fmla="*/ 320375 w 603265"/>
              <a:gd name="connsiteY4" fmla="*/ 390787 h 602437"/>
              <a:gd name="connsiteX5" fmla="*/ 516700 w 603265"/>
              <a:gd name="connsiteY5" fmla="*/ 390787 h 602437"/>
              <a:gd name="connsiteX6" fmla="*/ 516700 w 603265"/>
              <a:gd name="connsiteY6" fmla="*/ 439868 h 602437"/>
              <a:gd name="connsiteX7" fmla="*/ 320375 w 603265"/>
              <a:gd name="connsiteY7" fmla="*/ 439868 h 602437"/>
              <a:gd name="connsiteX8" fmla="*/ 320375 w 603265"/>
              <a:gd name="connsiteY8" fmla="*/ 314783 h 602437"/>
              <a:gd name="connsiteX9" fmla="*/ 516700 w 603265"/>
              <a:gd name="connsiteY9" fmla="*/ 314783 h 602437"/>
              <a:gd name="connsiteX10" fmla="*/ 516700 w 603265"/>
              <a:gd name="connsiteY10" fmla="*/ 363864 h 602437"/>
              <a:gd name="connsiteX11" fmla="*/ 320375 w 603265"/>
              <a:gd name="connsiteY11" fmla="*/ 363864 h 602437"/>
              <a:gd name="connsiteX12" fmla="*/ 320375 w 603265"/>
              <a:gd name="connsiteY12" fmla="*/ 238573 h 602437"/>
              <a:gd name="connsiteX13" fmla="*/ 516700 w 603265"/>
              <a:gd name="connsiteY13" fmla="*/ 238573 h 602437"/>
              <a:gd name="connsiteX14" fmla="*/ 516700 w 603265"/>
              <a:gd name="connsiteY14" fmla="*/ 287654 h 602437"/>
              <a:gd name="connsiteX15" fmla="*/ 320375 w 603265"/>
              <a:gd name="connsiteY15" fmla="*/ 287654 h 602437"/>
              <a:gd name="connsiteX16" fmla="*/ 320375 w 603265"/>
              <a:gd name="connsiteY16" fmla="*/ 162569 h 602437"/>
              <a:gd name="connsiteX17" fmla="*/ 516700 w 603265"/>
              <a:gd name="connsiteY17" fmla="*/ 162569 h 602437"/>
              <a:gd name="connsiteX18" fmla="*/ 516700 w 603265"/>
              <a:gd name="connsiteY18" fmla="*/ 210201 h 602437"/>
              <a:gd name="connsiteX19" fmla="*/ 320375 w 603265"/>
              <a:gd name="connsiteY19" fmla="*/ 210201 h 602437"/>
              <a:gd name="connsiteX20" fmla="*/ 320375 w 603265"/>
              <a:gd name="connsiteY20" fmla="*/ 86358 h 602437"/>
              <a:gd name="connsiteX21" fmla="*/ 516700 w 603265"/>
              <a:gd name="connsiteY21" fmla="*/ 86358 h 602437"/>
              <a:gd name="connsiteX22" fmla="*/ 516700 w 603265"/>
              <a:gd name="connsiteY22" fmla="*/ 134197 h 602437"/>
              <a:gd name="connsiteX23" fmla="*/ 320375 w 603265"/>
              <a:gd name="connsiteY23" fmla="*/ 134197 h 602437"/>
              <a:gd name="connsiteX24" fmla="*/ 86565 w 603265"/>
              <a:gd name="connsiteY24" fmla="*/ 86358 h 602437"/>
              <a:gd name="connsiteX25" fmla="*/ 281648 w 603265"/>
              <a:gd name="connsiteY25" fmla="*/ 86358 h 602437"/>
              <a:gd name="connsiteX26" fmla="*/ 281648 w 603265"/>
              <a:gd name="connsiteY26" fmla="*/ 516078 h 602437"/>
              <a:gd name="connsiteX27" fmla="*/ 86565 w 603265"/>
              <a:gd name="connsiteY27" fmla="*/ 516078 h 602437"/>
              <a:gd name="connsiteX28" fmla="*/ 34878 w 603265"/>
              <a:gd name="connsiteY28" fmla="*/ 34831 h 602437"/>
              <a:gd name="connsiteX29" fmla="*/ 34878 w 603265"/>
              <a:gd name="connsiteY29" fmla="*/ 567607 h 602437"/>
              <a:gd name="connsiteX30" fmla="*/ 568387 w 603265"/>
              <a:gd name="connsiteY30" fmla="*/ 567607 h 602437"/>
              <a:gd name="connsiteX31" fmla="*/ 568387 w 603265"/>
              <a:gd name="connsiteY31" fmla="*/ 34831 h 602437"/>
              <a:gd name="connsiteX32" fmla="*/ 0 w 603265"/>
              <a:gd name="connsiteY32" fmla="*/ 0 h 602437"/>
              <a:gd name="connsiteX33" fmla="*/ 603265 w 603265"/>
              <a:gd name="connsiteY33" fmla="*/ 0 h 602437"/>
              <a:gd name="connsiteX34" fmla="*/ 603265 w 603265"/>
              <a:gd name="connsiteY34" fmla="*/ 602437 h 602437"/>
              <a:gd name="connsiteX35" fmla="*/ 0 w 603265"/>
              <a:gd name="connsiteY35" fmla="*/ 602437 h 60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3265" h="602437">
                <a:moveTo>
                  <a:pt x="320375" y="466997"/>
                </a:moveTo>
                <a:lnTo>
                  <a:pt x="516700" y="466997"/>
                </a:lnTo>
                <a:lnTo>
                  <a:pt x="516700" y="516078"/>
                </a:lnTo>
                <a:lnTo>
                  <a:pt x="320375" y="516078"/>
                </a:lnTo>
                <a:close/>
                <a:moveTo>
                  <a:pt x="320375" y="390787"/>
                </a:moveTo>
                <a:lnTo>
                  <a:pt x="516700" y="390787"/>
                </a:lnTo>
                <a:lnTo>
                  <a:pt x="516700" y="439868"/>
                </a:lnTo>
                <a:lnTo>
                  <a:pt x="320375" y="439868"/>
                </a:lnTo>
                <a:close/>
                <a:moveTo>
                  <a:pt x="320375" y="314783"/>
                </a:moveTo>
                <a:lnTo>
                  <a:pt x="516700" y="314783"/>
                </a:lnTo>
                <a:lnTo>
                  <a:pt x="516700" y="363864"/>
                </a:lnTo>
                <a:lnTo>
                  <a:pt x="320375" y="363864"/>
                </a:lnTo>
                <a:close/>
                <a:moveTo>
                  <a:pt x="320375" y="238573"/>
                </a:moveTo>
                <a:lnTo>
                  <a:pt x="516700" y="238573"/>
                </a:lnTo>
                <a:lnTo>
                  <a:pt x="516700" y="287654"/>
                </a:lnTo>
                <a:lnTo>
                  <a:pt x="320375" y="287654"/>
                </a:lnTo>
                <a:close/>
                <a:moveTo>
                  <a:pt x="320375" y="162569"/>
                </a:moveTo>
                <a:lnTo>
                  <a:pt x="516700" y="162569"/>
                </a:lnTo>
                <a:lnTo>
                  <a:pt x="516700" y="210201"/>
                </a:lnTo>
                <a:lnTo>
                  <a:pt x="320375" y="210201"/>
                </a:lnTo>
                <a:close/>
                <a:moveTo>
                  <a:pt x="320375" y="86358"/>
                </a:moveTo>
                <a:lnTo>
                  <a:pt x="516700" y="86358"/>
                </a:lnTo>
                <a:lnTo>
                  <a:pt x="516700" y="134197"/>
                </a:lnTo>
                <a:lnTo>
                  <a:pt x="320375" y="134197"/>
                </a:lnTo>
                <a:close/>
                <a:moveTo>
                  <a:pt x="86565" y="86358"/>
                </a:moveTo>
                <a:lnTo>
                  <a:pt x="281648" y="86358"/>
                </a:lnTo>
                <a:lnTo>
                  <a:pt x="281648" y="516078"/>
                </a:lnTo>
                <a:lnTo>
                  <a:pt x="86565" y="516078"/>
                </a:lnTo>
                <a:close/>
                <a:moveTo>
                  <a:pt x="34878" y="34831"/>
                </a:moveTo>
                <a:lnTo>
                  <a:pt x="34878" y="567607"/>
                </a:lnTo>
                <a:lnTo>
                  <a:pt x="568387" y="567607"/>
                </a:lnTo>
                <a:lnTo>
                  <a:pt x="568387" y="34831"/>
                </a:lnTo>
                <a:close/>
                <a:moveTo>
                  <a:pt x="0" y="0"/>
                </a:moveTo>
                <a:lnTo>
                  <a:pt x="603265" y="0"/>
                </a:lnTo>
                <a:lnTo>
                  <a:pt x="603265" y="602437"/>
                </a:lnTo>
                <a:lnTo>
                  <a:pt x="0" y="602437"/>
                </a:lnTo>
                <a:close/>
              </a:path>
            </a:pathLst>
          </a:custGeom>
          <a:solidFill>
            <a:srgbClr val="626262"/>
          </a:solidFill>
          <a:ln>
            <a:noFill/>
          </a:ln>
        </p:spPr>
        <p:txBody>
          <a:bodyPr/>
          <a:lstStyle/>
          <a:p>
            <a:endParaRPr lang="zh-CN" altLang="en-US"/>
          </a:p>
        </p:txBody>
      </p:sp>
      <p:sp>
        <p:nvSpPr>
          <p:cNvPr id="71" name="椭圆 70"/>
          <p:cNvSpPr/>
          <p:nvPr/>
        </p:nvSpPr>
        <p:spPr>
          <a:xfrm>
            <a:off x="6589131" y="1994093"/>
            <a:ext cx="1650380" cy="1650380"/>
          </a:xfrm>
          <a:prstGeom prst="ellipse">
            <a:avLst/>
          </a:prstGeom>
          <a:noFill/>
          <a:ln w="127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2" name="stats_150561"/>
          <p:cNvSpPr>
            <a:spLocks noChangeAspect="1"/>
          </p:cNvSpPr>
          <p:nvPr/>
        </p:nvSpPr>
        <p:spPr bwMode="auto">
          <a:xfrm>
            <a:off x="7258664" y="2607005"/>
            <a:ext cx="397068" cy="396515"/>
          </a:xfrm>
          <a:custGeom>
            <a:avLst/>
            <a:gdLst>
              <a:gd name="connsiteX0" fmla="*/ 485208 w 606933"/>
              <a:gd name="connsiteY0" fmla="*/ 307595 h 606087"/>
              <a:gd name="connsiteX1" fmla="*/ 606933 w 606933"/>
              <a:gd name="connsiteY1" fmla="*/ 307595 h 606087"/>
              <a:gd name="connsiteX2" fmla="*/ 606933 w 606933"/>
              <a:gd name="connsiteY2" fmla="*/ 606087 h 606087"/>
              <a:gd name="connsiteX3" fmla="*/ 485208 w 606933"/>
              <a:gd name="connsiteY3" fmla="*/ 606087 h 606087"/>
              <a:gd name="connsiteX4" fmla="*/ 121725 w 606933"/>
              <a:gd name="connsiteY4" fmla="*/ 163359 h 606087"/>
              <a:gd name="connsiteX5" fmla="*/ 121725 w 606933"/>
              <a:gd name="connsiteY5" fmla="*/ 606087 h 606087"/>
              <a:gd name="connsiteX6" fmla="*/ 0 w 606933"/>
              <a:gd name="connsiteY6" fmla="*/ 606087 h 606087"/>
              <a:gd name="connsiteX7" fmla="*/ 0 w 606933"/>
              <a:gd name="connsiteY7" fmla="*/ 224893 h 606087"/>
              <a:gd name="connsiteX8" fmla="*/ 364380 w 606933"/>
              <a:gd name="connsiteY8" fmla="*/ 62027 h 606087"/>
              <a:gd name="connsiteX9" fmla="*/ 404389 w 606933"/>
              <a:gd name="connsiteY9" fmla="*/ 62027 h 606087"/>
              <a:gd name="connsiteX10" fmla="*/ 404389 w 606933"/>
              <a:gd name="connsiteY10" fmla="*/ 136153 h 606087"/>
              <a:gd name="connsiteX11" fmla="*/ 445197 w 606933"/>
              <a:gd name="connsiteY11" fmla="*/ 136153 h 606087"/>
              <a:gd name="connsiteX12" fmla="*/ 445197 w 606933"/>
              <a:gd name="connsiteY12" fmla="*/ 606087 h 606087"/>
              <a:gd name="connsiteX13" fmla="*/ 323472 w 606933"/>
              <a:gd name="connsiteY13" fmla="*/ 606087 h 606087"/>
              <a:gd name="connsiteX14" fmla="*/ 323472 w 606933"/>
              <a:gd name="connsiteY14" fmla="*/ 136153 h 606087"/>
              <a:gd name="connsiteX15" fmla="*/ 364380 w 606933"/>
              <a:gd name="connsiteY15" fmla="*/ 136153 h 606087"/>
              <a:gd name="connsiteX16" fmla="*/ 161736 w 606933"/>
              <a:gd name="connsiteY16" fmla="*/ 0 h 606087"/>
              <a:gd name="connsiteX17" fmla="*/ 283391 w 606933"/>
              <a:gd name="connsiteY17" fmla="*/ 0 h 606087"/>
              <a:gd name="connsiteX18" fmla="*/ 283391 w 606933"/>
              <a:gd name="connsiteY18" fmla="*/ 606087 h 606087"/>
              <a:gd name="connsiteX19" fmla="*/ 161736 w 606933"/>
              <a:gd name="connsiteY19" fmla="*/ 606087 h 60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6933" h="606087">
                <a:moveTo>
                  <a:pt x="485208" y="307595"/>
                </a:moveTo>
                <a:lnTo>
                  <a:pt x="606933" y="307595"/>
                </a:lnTo>
                <a:lnTo>
                  <a:pt x="606933" y="606087"/>
                </a:lnTo>
                <a:lnTo>
                  <a:pt x="485208" y="606087"/>
                </a:lnTo>
                <a:close/>
                <a:moveTo>
                  <a:pt x="121725" y="163359"/>
                </a:moveTo>
                <a:lnTo>
                  <a:pt x="121725" y="606087"/>
                </a:lnTo>
                <a:lnTo>
                  <a:pt x="0" y="606087"/>
                </a:lnTo>
                <a:lnTo>
                  <a:pt x="0" y="224893"/>
                </a:lnTo>
                <a:close/>
                <a:moveTo>
                  <a:pt x="364380" y="62027"/>
                </a:moveTo>
                <a:lnTo>
                  <a:pt x="404389" y="62027"/>
                </a:lnTo>
                <a:lnTo>
                  <a:pt x="404389" y="136153"/>
                </a:lnTo>
                <a:lnTo>
                  <a:pt x="445197" y="136153"/>
                </a:lnTo>
                <a:lnTo>
                  <a:pt x="445197" y="606087"/>
                </a:lnTo>
                <a:lnTo>
                  <a:pt x="323472" y="606087"/>
                </a:lnTo>
                <a:lnTo>
                  <a:pt x="323472" y="136153"/>
                </a:lnTo>
                <a:lnTo>
                  <a:pt x="364380" y="136153"/>
                </a:lnTo>
                <a:close/>
                <a:moveTo>
                  <a:pt x="161736" y="0"/>
                </a:moveTo>
                <a:lnTo>
                  <a:pt x="283391" y="0"/>
                </a:lnTo>
                <a:lnTo>
                  <a:pt x="283391" y="606087"/>
                </a:lnTo>
                <a:lnTo>
                  <a:pt x="161736" y="606087"/>
                </a:lnTo>
                <a:close/>
              </a:path>
            </a:pathLst>
          </a:custGeom>
          <a:solidFill>
            <a:srgbClr val="626262"/>
          </a:solidFill>
          <a:ln>
            <a:noFill/>
          </a:ln>
        </p:spPr>
        <p:txBody>
          <a:bodyPr/>
          <a:lstStyle/>
          <a:p>
            <a:endParaRPr lang="zh-CN" altLang="en-US"/>
          </a:p>
        </p:txBody>
      </p:sp>
      <p:sp>
        <p:nvSpPr>
          <p:cNvPr id="74" name="椭圆 73"/>
          <p:cNvSpPr/>
          <p:nvPr/>
        </p:nvSpPr>
        <p:spPr>
          <a:xfrm>
            <a:off x="9225775" y="1976345"/>
            <a:ext cx="1650380" cy="1650380"/>
          </a:xfrm>
          <a:prstGeom prst="ellipse">
            <a:avLst/>
          </a:prstGeom>
          <a:noFill/>
          <a:ln w="127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5" name="stats_150561"/>
          <p:cNvSpPr>
            <a:spLocks noChangeAspect="1"/>
          </p:cNvSpPr>
          <p:nvPr/>
        </p:nvSpPr>
        <p:spPr bwMode="auto">
          <a:xfrm>
            <a:off x="9848560" y="2547278"/>
            <a:ext cx="463979" cy="463018"/>
          </a:xfrm>
          <a:custGeom>
            <a:avLst/>
            <a:gdLst>
              <a:gd name="connsiteX0" fmla="*/ 294872 w 608829"/>
              <a:gd name="connsiteY0" fmla="*/ 177400 h 607568"/>
              <a:gd name="connsiteX1" fmla="*/ 335683 w 608829"/>
              <a:gd name="connsiteY1" fmla="*/ 187426 h 607568"/>
              <a:gd name="connsiteX2" fmla="*/ 387100 w 608829"/>
              <a:gd name="connsiteY2" fmla="*/ 221138 h 607568"/>
              <a:gd name="connsiteX3" fmla="*/ 321745 w 608829"/>
              <a:gd name="connsiteY3" fmla="*/ 286295 h 607568"/>
              <a:gd name="connsiteX4" fmla="*/ 236256 w 608829"/>
              <a:gd name="connsiteY4" fmla="*/ 286295 h 607568"/>
              <a:gd name="connsiteX5" fmla="*/ 109882 w 608829"/>
              <a:gd name="connsiteY5" fmla="*/ 412484 h 607568"/>
              <a:gd name="connsiteX6" fmla="*/ 109882 w 608829"/>
              <a:gd name="connsiteY6" fmla="*/ 497848 h 607568"/>
              <a:gd name="connsiteX7" fmla="*/ 195370 w 608829"/>
              <a:gd name="connsiteY7" fmla="*/ 497848 h 607568"/>
              <a:gd name="connsiteX8" fmla="*/ 253498 w 608829"/>
              <a:gd name="connsiteY8" fmla="*/ 439805 h 607568"/>
              <a:gd name="connsiteX9" fmla="*/ 374814 w 608829"/>
              <a:gd name="connsiteY9" fmla="*/ 447846 h 607568"/>
              <a:gd name="connsiteX10" fmla="*/ 260726 w 608829"/>
              <a:gd name="connsiteY10" fmla="*/ 563108 h 607568"/>
              <a:gd name="connsiteX11" fmla="*/ 44526 w 608829"/>
              <a:gd name="connsiteY11" fmla="*/ 563108 h 607568"/>
              <a:gd name="connsiteX12" fmla="*/ 44526 w 608829"/>
              <a:gd name="connsiteY12" fmla="*/ 347328 h 607568"/>
              <a:gd name="connsiteX13" fmla="*/ 170901 w 608829"/>
              <a:gd name="connsiteY13" fmla="*/ 221138 h 607568"/>
              <a:gd name="connsiteX14" fmla="*/ 176889 w 608829"/>
              <a:gd name="connsiteY14" fmla="*/ 215674 h 607568"/>
              <a:gd name="connsiteX15" fmla="*/ 294872 w 608829"/>
              <a:gd name="connsiteY15" fmla="*/ 177400 h 607568"/>
              <a:gd name="connsiteX16" fmla="*/ 455930 w 608829"/>
              <a:gd name="connsiteY16" fmla="*/ 0 h 607568"/>
              <a:gd name="connsiteX17" fmla="*/ 563990 w 608829"/>
              <a:gd name="connsiteY17" fmla="*/ 44453 h 607568"/>
              <a:gd name="connsiteX18" fmla="*/ 563990 w 608829"/>
              <a:gd name="connsiteY18" fmla="*/ 260200 h 607568"/>
              <a:gd name="connsiteX19" fmla="*/ 516388 w 608829"/>
              <a:gd name="connsiteY19" fmla="*/ 307720 h 607568"/>
              <a:gd name="connsiteX20" fmla="*/ 437602 w 608829"/>
              <a:gd name="connsiteY20" fmla="*/ 386370 h 607568"/>
              <a:gd name="connsiteX21" fmla="*/ 425005 w 608829"/>
              <a:gd name="connsiteY21" fmla="*/ 397708 h 607568"/>
              <a:gd name="connsiteX22" fmla="*/ 272906 w 608829"/>
              <a:gd name="connsiteY22" fmla="*/ 419974 h 607568"/>
              <a:gd name="connsiteX23" fmla="*/ 221483 w 608829"/>
              <a:gd name="connsiteY23" fmla="*/ 386370 h 607568"/>
              <a:gd name="connsiteX24" fmla="*/ 286742 w 608829"/>
              <a:gd name="connsiteY24" fmla="*/ 321223 h 607568"/>
              <a:gd name="connsiteX25" fmla="*/ 372343 w 608829"/>
              <a:gd name="connsiteY25" fmla="*/ 321223 h 607568"/>
              <a:gd name="connsiteX26" fmla="*/ 422423 w 608829"/>
              <a:gd name="connsiteY26" fmla="*/ 271126 h 607568"/>
              <a:gd name="connsiteX27" fmla="*/ 498731 w 608829"/>
              <a:gd name="connsiteY27" fmla="*/ 195053 h 607568"/>
              <a:gd name="connsiteX28" fmla="*/ 498731 w 608829"/>
              <a:gd name="connsiteY28" fmla="*/ 109600 h 607568"/>
              <a:gd name="connsiteX29" fmla="*/ 413130 w 608829"/>
              <a:gd name="connsiteY29" fmla="*/ 109600 h 607568"/>
              <a:gd name="connsiteX30" fmla="*/ 352518 w 608829"/>
              <a:gd name="connsiteY30" fmla="*/ 170211 h 607568"/>
              <a:gd name="connsiteX31" fmla="*/ 231189 w 608829"/>
              <a:gd name="connsiteY31" fmla="*/ 160933 h 607568"/>
              <a:gd name="connsiteX32" fmla="*/ 347871 w 608829"/>
              <a:gd name="connsiteY32" fmla="*/ 44453 h 607568"/>
              <a:gd name="connsiteX33" fmla="*/ 455930 w 608829"/>
              <a:gd name="connsiteY33"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829" h="607568">
                <a:moveTo>
                  <a:pt x="294872" y="177400"/>
                </a:moveTo>
                <a:cubicBezTo>
                  <a:pt x="308774" y="178830"/>
                  <a:pt x="322519" y="182168"/>
                  <a:pt x="335683" y="187426"/>
                </a:cubicBezTo>
                <a:cubicBezTo>
                  <a:pt x="354164" y="194642"/>
                  <a:pt x="371923" y="205983"/>
                  <a:pt x="387100" y="221138"/>
                </a:cubicBezTo>
                <a:lnTo>
                  <a:pt x="321745" y="286295"/>
                </a:lnTo>
                <a:cubicBezTo>
                  <a:pt x="298204" y="262789"/>
                  <a:pt x="259797" y="262789"/>
                  <a:pt x="236256" y="286295"/>
                </a:cubicBezTo>
                <a:lnTo>
                  <a:pt x="109882" y="412484"/>
                </a:lnTo>
                <a:cubicBezTo>
                  <a:pt x="86238" y="435990"/>
                  <a:pt x="86238" y="474342"/>
                  <a:pt x="109882" y="497848"/>
                </a:cubicBezTo>
                <a:cubicBezTo>
                  <a:pt x="133422" y="521457"/>
                  <a:pt x="171830" y="521457"/>
                  <a:pt x="195370" y="497848"/>
                </a:cubicBezTo>
                <a:lnTo>
                  <a:pt x="253498" y="439805"/>
                </a:lnTo>
                <a:cubicBezTo>
                  <a:pt x="303264" y="459599"/>
                  <a:pt x="316686" y="461249"/>
                  <a:pt x="374814" y="447846"/>
                </a:cubicBezTo>
                <a:lnTo>
                  <a:pt x="260726" y="563108"/>
                </a:lnTo>
                <a:cubicBezTo>
                  <a:pt x="201255" y="622388"/>
                  <a:pt x="103997" y="622388"/>
                  <a:pt x="44526" y="563108"/>
                </a:cubicBezTo>
                <a:cubicBezTo>
                  <a:pt x="-14841" y="503724"/>
                  <a:pt x="-14841" y="406608"/>
                  <a:pt x="44526" y="347328"/>
                </a:cubicBezTo>
                <a:lnTo>
                  <a:pt x="170901" y="221138"/>
                </a:lnTo>
                <a:cubicBezTo>
                  <a:pt x="172656" y="219385"/>
                  <a:pt x="174721" y="217324"/>
                  <a:pt x="176889" y="215674"/>
                </a:cubicBezTo>
                <a:cubicBezTo>
                  <a:pt x="210031" y="185982"/>
                  <a:pt x="253163" y="173108"/>
                  <a:pt x="294872" y="177400"/>
                </a:cubicBezTo>
                <a:close/>
                <a:moveTo>
                  <a:pt x="455930" y="0"/>
                </a:moveTo>
                <a:cubicBezTo>
                  <a:pt x="495117" y="0"/>
                  <a:pt x="534303" y="14817"/>
                  <a:pt x="563990" y="44453"/>
                </a:cubicBezTo>
                <a:cubicBezTo>
                  <a:pt x="623776" y="104136"/>
                  <a:pt x="623776" y="200929"/>
                  <a:pt x="563990" y="260200"/>
                </a:cubicBezTo>
                <a:lnTo>
                  <a:pt x="516388" y="307720"/>
                </a:lnTo>
                <a:lnTo>
                  <a:pt x="437602" y="386370"/>
                </a:lnTo>
                <a:cubicBezTo>
                  <a:pt x="433782" y="390596"/>
                  <a:pt x="429135" y="394410"/>
                  <a:pt x="425005" y="397708"/>
                </a:cubicBezTo>
                <a:cubicBezTo>
                  <a:pt x="381120" y="432240"/>
                  <a:pt x="322986" y="439765"/>
                  <a:pt x="272906" y="419974"/>
                </a:cubicBezTo>
                <a:cubicBezTo>
                  <a:pt x="254319" y="412861"/>
                  <a:pt x="236662" y="401522"/>
                  <a:pt x="221483" y="386370"/>
                </a:cubicBezTo>
                <a:lnTo>
                  <a:pt x="286742" y="321223"/>
                </a:lnTo>
                <a:cubicBezTo>
                  <a:pt x="310388" y="344725"/>
                  <a:pt x="348697" y="344725"/>
                  <a:pt x="372343" y="321223"/>
                </a:cubicBezTo>
                <a:lnTo>
                  <a:pt x="422423" y="271126"/>
                </a:lnTo>
                <a:lnTo>
                  <a:pt x="498731" y="195053"/>
                </a:lnTo>
                <a:cubicBezTo>
                  <a:pt x="522274" y="171448"/>
                  <a:pt x="522274" y="133205"/>
                  <a:pt x="498731" y="109600"/>
                </a:cubicBezTo>
                <a:cubicBezTo>
                  <a:pt x="475085" y="86097"/>
                  <a:pt x="436776" y="86097"/>
                  <a:pt x="413130" y="109600"/>
                </a:cubicBezTo>
                <a:lnTo>
                  <a:pt x="352518" y="170211"/>
                </a:lnTo>
                <a:cubicBezTo>
                  <a:pt x="314622" y="152584"/>
                  <a:pt x="271150" y="149595"/>
                  <a:pt x="231189" y="160933"/>
                </a:cubicBezTo>
                <a:lnTo>
                  <a:pt x="347871" y="44453"/>
                </a:lnTo>
                <a:cubicBezTo>
                  <a:pt x="377558" y="14817"/>
                  <a:pt x="416744" y="0"/>
                  <a:pt x="455930" y="0"/>
                </a:cubicBezTo>
                <a:close/>
              </a:path>
            </a:pathLst>
          </a:custGeom>
          <a:solidFill>
            <a:srgbClr val="626262"/>
          </a:solidFill>
          <a:ln>
            <a:noFill/>
          </a:ln>
        </p:spPr>
        <p:txBody>
          <a:bodyPr/>
          <a:lstStyle/>
          <a:p>
            <a:endParaRPr lang="zh-CN" altLang="en-US"/>
          </a:p>
        </p:txBody>
      </p:sp>
      <p:sp>
        <p:nvSpPr>
          <p:cNvPr id="77" name="文本框 76"/>
          <p:cNvSpPr txBox="1"/>
          <p:nvPr/>
        </p:nvSpPr>
        <p:spPr>
          <a:xfrm>
            <a:off x="1411182" y="3816958"/>
            <a:ext cx="2541306" cy="400110"/>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nSpc>
                <a:spcPct val="100000"/>
              </a:lnSpc>
            </a:pPr>
            <a:r>
              <a:rPr lang="zh-CN" altLang="en-US" sz="2000" b="0" spc="100" dirty="0">
                <a:solidFill>
                  <a:srgbClr val="626262"/>
                </a:solidFill>
                <a:latin typeface="汉仪黑荔枝体简" panose="00020600040101010101" pitchFamily="18" charset="-122"/>
                <a:ea typeface="汉仪黑荔枝体简" panose="00020600040101010101" pitchFamily="18" charset="-122"/>
              </a:rPr>
              <a:t>添加文本信息</a:t>
            </a:r>
            <a:endParaRPr lang="zh-CN" altLang="en-US" sz="2000" b="0" spc="100" dirty="0">
              <a:solidFill>
                <a:srgbClr val="626262"/>
              </a:solidFill>
              <a:latin typeface="汉仪黑荔枝体简" panose="00020600040101010101" pitchFamily="18" charset="-122"/>
              <a:ea typeface="汉仪黑荔枝体简" panose="00020600040101010101" pitchFamily="18" charset="-122"/>
            </a:endParaRPr>
          </a:p>
        </p:txBody>
      </p:sp>
      <p:sp>
        <p:nvSpPr>
          <p:cNvPr id="78" name="矩形 77"/>
          <p:cNvSpPr/>
          <p:nvPr/>
        </p:nvSpPr>
        <p:spPr>
          <a:xfrm>
            <a:off x="1065493" y="4153641"/>
            <a:ext cx="2341755" cy="626646"/>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标题数字等都可以通过点击和重新输入进行更改</a:t>
            </a:r>
            <a:endParaRPr kumimoji="1"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80" name="文本框 79"/>
          <p:cNvSpPr txBox="1"/>
          <p:nvPr/>
        </p:nvSpPr>
        <p:spPr>
          <a:xfrm>
            <a:off x="3881791" y="3816958"/>
            <a:ext cx="2541306" cy="400110"/>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nSpc>
                <a:spcPct val="100000"/>
              </a:lnSpc>
            </a:pPr>
            <a:r>
              <a:rPr lang="zh-CN" altLang="en-US" sz="2000" b="0" spc="100" dirty="0">
                <a:solidFill>
                  <a:srgbClr val="626262"/>
                </a:solidFill>
                <a:latin typeface="汉仪黑荔枝体简" panose="00020600040101010101" pitchFamily="18" charset="-122"/>
                <a:ea typeface="汉仪黑荔枝体简" panose="00020600040101010101" pitchFamily="18" charset="-122"/>
              </a:rPr>
              <a:t>添加文本信息</a:t>
            </a:r>
            <a:endParaRPr lang="zh-CN" altLang="en-US" sz="2000" b="0" spc="100" dirty="0">
              <a:solidFill>
                <a:srgbClr val="626262"/>
              </a:solidFill>
              <a:latin typeface="汉仪黑荔枝体简" panose="00020600040101010101" pitchFamily="18" charset="-122"/>
              <a:ea typeface="汉仪黑荔枝体简" panose="00020600040101010101" pitchFamily="18" charset="-122"/>
            </a:endParaRPr>
          </a:p>
        </p:txBody>
      </p:sp>
      <p:sp>
        <p:nvSpPr>
          <p:cNvPr id="81" name="矩形 80"/>
          <p:cNvSpPr/>
          <p:nvPr/>
        </p:nvSpPr>
        <p:spPr>
          <a:xfrm>
            <a:off x="3536102" y="4153641"/>
            <a:ext cx="2341755" cy="626646"/>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标题数字等都可以通过点击和重新输入进行更改</a:t>
            </a:r>
            <a:endParaRPr kumimoji="1"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83" name="文本框 82"/>
          <p:cNvSpPr txBox="1"/>
          <p:nvPr/>
        </p:nvSpPr>
        <p:spPr>
          <a:xfrm>
            <a:off x="6698089" y="3816958"/>
            <a:ext cx="2541306" cy="400110"/>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nSpc>
                <a:spcPct val="100000"/>
              </a:lnSpc>
            </a:pPr>
            <a:r>
              <a:rPr lang="zh-CN" altLang="en-US" sz="2000" b="0" spc="100" dirty="0">
                <a:solidFill>
                  <a:srgbClr val="626262"/>
                </a:solidFill>
                <a:latin typeface="汉仪黑荔枝体简" panose="00020600040101010101" pitchFamily="18" charset="-122"/>
                <a:ea typeface="汉仪黑荔枝体简" panose="00020600040101010101" pitchFamily="18" charset="-122"/>
              </a:rPr>
              <a:t>添加文本信息</a:t>
            </a:r>
            <a:endParaRPr lang="zh-CN" altLang="en-US" sz="2000" b="0" spc="100" dirty="0">
              <a:solidFill>
                <a:srgbClr val="626262"/>
              </a:solidFill>
              <a:latin typeface="汉仪黑荔枝体简" panose="00020600040101010101" pitchFamily="18" charset="-122"/>
              <a:ea typeface="汉仪黑荔枝体简" panose="00020600040101010101" pitchFamily="18" charset="-122"/>
            </a:endParaRPr>
          </a:p>
        </p:txBody>
      </p:sp>
      <p:sp>
        <p:nvSpPr>
          <p:cNvPr id="84" name="矩形 83"/>
          <p:cNvSpPr/>
          <p:nvPr/>
        </p:nvSpPr>
        <p:spPr>
          <a:xfrm>
            <a:off x="6352400" y="4153641"/>
            <a:ext cx="2341755" cy="626646"/>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标题数字等都可以通过点击和重新输入进行更改</a:t>
            </a:r>
            <a:endParaRPr kumimoji="1"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86" name="文本框 85"/>
          <p:cNvSpPr txBox="1"/>
          <p:nvPr/>
        </p:nvSpPr>
        <p:spPr>
          <a:xfrm>
            <a:off x="9214730" y="3816958"/>
            <a:ext cx="2541306" cy="400110"/>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nSpc>
                <a:spcPct val="100000"/>
              </a:lnSpc>
            </a:pPr>
            <a:r>
              <a:rPr lang="zh-CN" altLang="en-US" sz="2000" b="0" spc="100" dirty="0">
                <a:solidFill>
                  <a:srgbClr val="626262"/>
                </a:solidFill>
                <a:latin typeface="汉仪黑荔枝体简" panose="00020600040101010101" pitchFamily="18" charset="-122"/>
                <a:ea typeface="汉仪黑荔枝体简" panose="00020600040101010101" pitchFamily="18" charset="-122"/>
              </a:rPr>
              <a:t>添加文本信息</a:t>
            </a:r>
            <a:endParaRPr lang="zh-CN" altLang="en-US" sz="2000" b="0" spc="100" dirty="0">
              <a:solidFill>
                <a:srgbClr val="626262"/>
              </a:solidFill>
              <a:latin typeface="汉仪黑荔枝体简" panose="00020600040101010101" pitchFamily="18" charset="-122"/>
              <a:ea typeface="汉仪黑荔枝体简" panose="00020600040101010101" pitchFamily="18" charset="-122"/>
            </a:endParaRPr>
          </a:p>
        </p:txBody>
      </p:sp>
      <p:sp>
        <p:nvSpPr>
          <p:cNvPr id="87" name="矩形 86"/>
          <p:cNvSpPr/>
          <p:nvPr/>
        </p:nvSpPr>
        <p:spPr>
          <a:xfrm>
            <a:off x="8869041" y="4153641"/>
            <a:ext cx="2341755" cy="626646"/>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标题数字等都可以通过点击和重新输入进行更改</a:t>
            </a:r>
            <a:endParaRPr kumimoji="1"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教学工作概述</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grpSp>
        <p:nvGrpSpPr>
          <p:cNvPr id="62" name="组合 61"/>
          <p:cNvGrpSpPr/>
          <p:nvPr/>
        </p:nvGrpSpPr>
        <p:grpSpPr>
          <a:xfrm>
            <a:off x="7272706" y="2311938"/>
            <a:ext cx="3516411" cy="3516411"/>
            <a:chOff x="831212" y="2674179"/>
            <a:chExt cx="3516411" cy="3516411"/>
          </a:xfrm>
        </p:grpSpPr>
        <p:sp>
          <p:nvSpPr>
            <p:cNvPr id="63" name="椭圆 62"/>
            <p:cNvSpPr/>
            <p:nvPr/>
          </p:nvSpPr>
          <p:spPr>
            <a:xfrm>
              <a:off x="831212" y="2674179"/>
              <a:ext cx="3516411" cy="3516411"/>
            </a:xfrm>
            <a:prstGeom prst="ellipse">
              <a:avLst/>
            </a:prstGeom>
            <a:noFill/>
            <a:ln w="1905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924889" y="2767856"/>
              <a:ext cx="3329059" cy="3329059"/>
            </a:xfrm>
            <a:prstGeom prst="ellipse">
              <a:avLst/>
            </a:prstGeom>
            <a:solidFill>
              <a:schemeClr val="bg1"/>
            </a:solidFill>
            <a:ln>
              <a:solidFill>
                <a:srgbClr val="6262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矩形 64"/>
          <p:cNvSpPr/>
          <p:nvPr/>
        </p:nvSpPr>
        <p:spPr>
          <a:xfrm>
            <a:off x="7810004" y="3132633"/>
            <a:ext cx="1723549" cy="400110"/>
          </a:xfrm>
          <a:prstGeom prst="rect">
            <a:avLst/>
          </a:prstGeom>
        </p:spPr>
        <p:txBody>
          <a:bodyPr wrap="none">
            <a:spAutoFit/>
          </a:bodyPr>
          <a:lstStyle/>
          <a:p>
            <a:r>
              <a:rPr lang="zh-CN" altLang="en-US" sz="2000" dirty="0">
                <a:solidFill>
                  <a:srgbClr val="626262"/>
                </a:solidFill>
                <a:latin typeface="汉仪黑荔枝体简" panose="00020600040101010101" pitchFamily="18" charset="-122"/>
                <a:ea typeface="汉仪黑荔枝体简" panose="00020600040101010101" pitchFamily="18" charset="-122"/>
              </a:rPr>
              <a:t>添加文字标题</a:t>
            </a:r>
            <a:endParaRPr lang="en-US" altLang="zh-CN" sz="2000" dirty="0">
              <a:solidFill>
                <a:srgbClr val="626262"/>
              </a:solidFill>
              <a:latin typeface="汉仪黑荔枝体简" panose="00020600040101010101" pitchFamily="18" charset="-122"/>
              <a:ea typeface="汉仪黑荔枝体简" panose="00020600040101010101" pitchFamily="18" charset="-122"/>
            </a:endParaRPr>
          </a:p>
        </p:txBody>
      </p:sp>
      <p:sp>
        <p:nvSpPr>
          <p:cNvPr id="66" name="矩形 65"/>
          <p:cNvSpPr/>
          <p:nvPr/>
        </p:nvSpPr>
        <p:spPr>
          <a:xfrm>
            <a:off x="2788144" y="3212903"/>
            <a:ext cx="1723549" cy="400110"/>
          </a:xfrm>
          <a:prstGeom prst="rect">
            <a:avLst/>
          </a:prstGeom>
        </p:spPr>
        <p:txBody>
          <a:bodyPr wrap="none">
            <a:spAutoFit/>
          </a:bodyPr>
          <a:lstStyle/>
          <a:p>
            <a:r>
              <a:rPr lang="zh-CN" altLang="en-US" sz="2000" dirty="0">
                <a:solidFill>
                  <a:srgbClr val="626262"/>
                </a:solidFill>
                <a:latin typeface="汉仪黑荔枝体简" panose="00020600040101010101" pitchFamily="18" charset="-122"/>
                <a:ea typeface="汉仪黑荔枝体简" panose="00020600040101010101" pitchFamily="18" charset="-122"/>
              </a:rPr>
              <a:t>添加文字标题</a:t>
            </a:r>
            <a:endParaRPr lang="en-US" altLang="zh-CN" sz="2000" dirty="0">
              <a:solidFill>
                <a:srgbClr val="626262"/>
              </a:solidFill>
              <a:latin typeface="汉仪黑荔枝体简" panose="00020600040101010101" pitchFamily="18" charset="-122"/>
              <a:ea typeface="汉仪黑荔枝体简" panose="00020600040101010101" pitchFamily="18" charset="-122"/>
            </a:endParaRPr>
          </a:p>
        </p:txBody>
      </p:sp>
      <p:sp>
        <p:nvSpPr>
          <p:cNvPr id="69" name="矩形 68"/>
          <p:cNvSpPr/>
          <p:nvPr/>
        </p:nvSpPr>
        <p:spPr>
          <a:xfrm>
            <a:off x="7578110" y="3982201"/>
            <a:ext cx="2905601" cy="906723"/>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70" name="矩形 69"/>
          <p:cNvSpPr/>
          <p:nvPr/>
        </p:nvSpPr>
        <p:spPr>
          <a:xfrm>
            <a:off x="2788144" y="3545188"/>
            <a:ext cx="4131680" cy="626646"/>
          </a:xfrm>
          <a:prstGeom prst="rect">
            <a:avLst/>
          </a:prstGeom>
        </p:spPr>
        <p:txBody>
          <a:bodyPr wrap="square">
            <a:spAutoFit/>
          </a:bodyPr>
          <a:lstStyle/>
          <a:p>
            <a:pP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71" name="矩形 70"/>
          <p:cNvSpPr/>
          <p:nvPr/>
        </p:nvSpPr>
        <p:spPr>
          <a:xfrm>
            <a:off x="1070272" y="4767848"/>
            <a:ext cx="5849552" cy="906723"/>
          </a:xfrm>
          <a:prstGeom prst="rect">
            <a:avLst/>
          </a:prstGeom>
        </p:spPr>
        <p:txBody>
          <a:bodyPr wrap="square">
            <a:spAutoFit/>
          </a:bodyPr>
          <a:lstStyle/>
          <a:p>
            <a:pP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修改。建议参考原模板的风格字体字号。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pic>
        <p:nvPicPr>
          <p:cNvPr id="72"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1918" t="6698" r="38939" b="75595"/>
          <a:stretch>
            <a:fillRect/>
          </a:stretch>
        </p:blipFill>
        <p:spPr bwMode="auto">
          <a:xfrm>
            <a:off x="973860" y="2838641"/>
            <a:ext cx="1626038" cy="148671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60207" t="18491" r="29051" b="68439"/>
          <a:stretch>
            <a:fillRect/>
          </a:stretch>
        </p:blipFill>
        <p:spPr bwMode="auto">
          <a:xfrm rot="12865698">
            <a:off x="9939201" y="2178247"/>
            <a:ext cx="957262" cy="1752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2282878" y="3553394"/>
            <a:ext cx="7648295" cy="1185517"/>
          </a:xfrm>
          <a:prstGeom prst="rect">
            <a:avLst/>
          </a:prstGeom>
          <a:ln>
            <a:noFill/>
          </a:ln>
        </p:spPr>
        <p:txBody>
          <a:bodyPr wrap="square">
            <a:spAutoFit/>
          </a:bodyPr>
          <a:lstStyle/>
          <a:p>
            <a:pPr algn="ctr">
              <a:lnSpc>
                <a:spcPct val="130000"/>
              </a:lnSpc>
            </a:pPr>
            <a:r>
              <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rPr>
              <a:t>标题数字等都可以通过点击和重新输入进行更改，菜单开始栏设置中可以对标题数字等都可以通过点击和重新输入进行更改，菜单开始栏设置中可以对字体、行距、大小、间距等进行修改。建议参考原模板的风格字体字号字体、行距、大小、间距等进行修改，建议参考原模板的风格字体字号字体、行距、大小、间距等进行修改。</a:t>
            </a:r>
            <a:endPar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endParaRPr>
          </a:p>
        </p:txBody>
      </p:sp>
      <p:sp>
        <p:nvSpPr>
          <p:cNvPr id="61" name="文本框 60"/>
          <p:cNvSpPr txBox="1"/>
          <p:nvPr/>
        </p:nvSpPr>
        <p:spPr>
          <a:xfrm>
            <a:off x="4372727" y="2931183"/>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dist"/>
            <a:r>
              <a:rPr lang="zh-CN" altLang="en-US" b="0">
                <a:solidFill>
                  <a:srgbClr val="626262"/>
                </a:solidFill>
                <a:latin typeface="汉仪黑荔枝体简" panose="00020600040101010101" pitchFamily="18" charset="-122"/>
                <a:ea typeface="汉仪黑荔枝体简" panose="00020600040101010101" pitchFamily="18" charset="-122"/>
              </a:rPr>
              <a:t>教学完成情况</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2" name="文本框 61"/>
          <p:cNvSpPr txBox="1"/>
          <p:nvPr/>
        </p:nvSpPr>
        <p:spPr>
          <a:xfrm>
            <a:off x="4536220" y="2095740"/>
            <a:ext cx="3138211" cy="830997"/>
          </a:xfrm>
          <a:prstGeom prst="rect">
            <a:avLst/>
          </a:prstGeom>
          <a:noFill/>
          <a:ln>
            <a:noFill/>
          </a:ln>
        </p:spPr>
        <p:txBody>
          <a:bodyPr wrap="square" rtlCol="0">
            <a:spAutoFit/>
          </a:bodyPr>
          <a:lstStyle/>
          <a:p>
            <a:pPr algn="ctr"/>
            <a:r>
              <a:rPr lang="en-US" altLang="zh-CN" sz="4800" dirty="0">
                <a:solidFill>
                  <a:srgbClr val="626262"/>
                </a:solidFill>
                <a:latin typeface="汉仪黑荔枝体简" panose="00020600040101010101" pitchFamily="18" charset="-122"/>
                <a:ea typeface="汉仪黑荔枝体简" panose="00020600040101010101" pitchFamily="18" charset="-122"/>
              </a:rPr>
              <a:t>Part Two</a:t>
            </a:r>
            <a:endParaRPr lang="zh-CN" altLang="en-US" sz="4800" dirty="0">
              <a:solidFill>
                <a:srgbClr val="626262"/>
              </a:solidFill>
              <a:latin typeface="汉仪黑荔枝体简" panose="00020600040101010101" pitchFamily="18" charset="-122"/>
              <a:ea typeface="汉仪黑荔枝体简" panose="00020600040101010101" pitchFamily="18" charset="-122"/>
            </a:endParaRPr>
          </a:p>
        </p:txBody>
      </p:sp>
      <p:pic>
        <p:nvPicPr>
          <p:cNvPr id="63"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68828" t="28011" r="6803" b="48347"/>
          <a:stretch>
            <a:fillRect/>
          </a:stretch>
        </p:blipFill>
        <p:spPr bwMode="auto">
          <a:xfrm>
            <a:off x="656512" y="3493563"/>
            <a:ext cx="1873983" cy="2735785"/>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4530" t="32365" r="30170" b="62476"/>
          <a:stretch>
            <a:fillRect/>
          </a:stretch>
        </p:blipFill>
        <p:spPr bwMode="auto">
          <a:xfrm rot="19856484">
            <a:off x="7940815" y="2762462"/>
            <a:ext cx="1276367" cy="280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教学完成情况</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3" name="矩形 62"/>
          <p:cNvSpPr/>
          <p:nvPr/>
        </p:nvSpPr>
        <p:spPr>
          <a:xfrm>
            <a:off x="4596395" y="1616935"/>
            <a:ext cx="2604678" cy="369332"/>
          </a:xfrm>
          <a:prstGeom prst="rect">
            <a:avLst/>
          </a:prstGeom>
          <a:noFill/>
        </p:spPr>
        <p:txBody>
          <a:bodyPr wrap="square" rtlCol="0">
            <a:spAutoFit/>
          </a:bodyPr>
          <a:lstStyle/>
          <a:p>
            <a:pPr algn="dist"/>
            <a:r>
              <a:rPr lang="zh-CN" altLang="en-US" dirty="0">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dirty="0">
              <a:solidFill>
                <a:srgbClr val="626262"/>
              </a:solidFill>
              <a:latin typeface="汉仪黑荔枝体简" panose="00020600040101010101" pitchFamily="18" charset="-122"/>
              <a:ea typeface="汉仪黑荔枝体简" panose="00020600040101010101" pitchFamily="18" charset="-122"/>
            </a:endParaRPr>
          </a:p>
        </p:txBody>
      </p:sp>
      <p:sp>
        <p:nvSpPr>
          <p:cNvPr id="64" name="矩形 63"/>
          <p:cNvSpPr/>
          <p:nvPr/>
        </p:nvSpPr>
        <p:spPr>
          <a:xfrm>
            <a:off x="2616483" y="1986267"/>
            <a:ext cx="4600627" cy="626646"/>
          </a:xfrm>
          <a:prstGeom prst="rect">
            <a:avLst/>
          </a:prstGeom>
        </p:spPr>
        <p:txBody>
          <a:bodyPr wrap="square">
            <a:spAutoFit/>
          </a:bodyPr>
          <a:lstStyle/>
          <a:p>
            <a:pPr algn="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65" name="矩形 64"/>
          <p:cNvSpPr/>
          <p:nvPr/>
        </p:nvSpPr>
        <p:spPr>
          <a:xfrm>
            <a:off x="3262288" y="3157150"/>
            <a:ext cx="2604678" cy="369332"/>
          </a:xfrm>
          <a:prstGeom prst="rect">
            <a:avLst/>
          </a:prstGeom>
          <a:noFill/>
        </p:spPr>
        <p:txBody>
          <a:bodyPr wrap="square" rtlCol="0">
            <a:spAutoFit/>
          </a:bodyPr>
          <a:lstStyle/>
          <a:p>
            <a:pPr algn="dist"/>
            <a:r>
              <a:rPr lang="zh-CN" altLang="en-US" dirty="0">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dirty="0">
              <a:solidFill>
                <a:srgbClr val="626262"/>
              </a:solidFill>
              <a:latin typeface="汉仪黑荔枝体简" panose="00020600040101010101" pitchFamily="18" charset="-122"/>
              <a:ea typeface="汉仪黑荔枝体简" panose="00020600040101010101" pitchFamily="18" charset="-122"/>
            </a:endParaRPr>
          </a:p>
        </p:txBody>
      </p:sp>
      <p:sp>
        <p:nvSpPr>
          <p:cNvPr id="66" name="矩形 65"/>
          <p:cNvSpPr/>
          <p:nvPr/>
        </p:nvSpPr>
        <p:spPr>
          <a:xfrm>
            <a:off x="1282376" y="3526482"/>
            <a:ext cx="4600627" cy="626646"/>
          </a:xfrm>
          <a:prstGeom prst="rect">
            <a:avLst/>
          </a:prstGeom>
        </p:spPr>
        <p:txBody>
          <a:bodyPr wrap="square">
            <a:spAutoFit/>
          </a:bodyPr>
          <a:lstStyle/>
          <a:p>
            <a:pPr algn="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67" name="矩形 66"/>
          <p:cNvSpPr/>
          <p:nvPr/>
        </p:nvSpPr>
        <p:spPr>
          <a:xfrm>
            <a:off x="2692801" y="4784549"/>
            <a:ext cx="2604678" cy="369332"/>
          </a:xfrm>
          <a:prstGeom prst="rect">
            <a:avLst/>
          </a:prstGeom>
          <a:noFill/>
        </p:spPr>
        <p:txBody>
          <a:bodyPr wrap="square" rtlCol="0">
            <a:spAutoFit/>
          </a:bodyPr>
          <a:lstStyle/>
          <a:p>
            <a:pPr algn="dist"/>
            <a:r>
              <a:rPr lang="zh-CN" altLang="en-US">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dirty="0">
              <a:solidFill>
                <a:srgbClr val="626262"/>
              </a:solidFill>
              <a:latin typeface="汉仪黑荔枝体简" panose="00020600040101010101" pitchFamily="18" charset="-122"/>
              <a:ea typeface="汉仪黑荔枝体简" panose="00020600040101010101" pitchFamily="18" charset="-122"/>
            </a:endParaRPr>
          </a:p>
        </p:txBody>
      </p:sp>
      <p:sp>
        <p:nvSpPr>
          <p:cNvPr id="68" name="矩形 67"/>
          <p:cNvSpPr/>
          <p:nvPr/>
        </p:nvSpPr>
        <p:spPr>
          <a:xfrm>
            <a:off x="712889" y="5153881"/>
            <a:ext cx="4600627" cy="626646"/>
          </a:xfrm>
          <a:prstGeom prst="rect">
            <a:avLst/>
          </a:prstGeom>
        </p:spPr>
        <p:txBody>
          <a:bodyPr wrap="square">
            <a:spAutoFit/>
          </a:bodyPr>
          <a:lstStyle/>
          <a:p>
            <a:pPr algn="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pic>
        <p:nvPicPr>
          <p:cNvPr id="72"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68828" t="28011" r="6803" b="48347"/>
          <a:stretch>
            <a:fillRect/>
          </a:stretch>
        </p:blipFill>
        <p:spPr bwMode="auto">
          <a:xfrm>
            <a:off x="7794273" y="1531319"/>
            <a:ext cx="3088305" cy="4508547"/>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4530" t="32365" r="30170" b="62476"/>
          <a:stretch>
            <a:fillRect/>
          </a:stretch>
        </p:blipFill>
        <p:spPr bwMode="auto">
          <a:xfrm rot="18000000">
            <a:off x="5328485" y="4851831"/>
            <a:ext cx="761314" cy="167421"/>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4530" t="32365" r="30170" b="62476"/>
          <a:stretch>
            <a:fillRect/>
          </a:stretch>
        </p:blipFill>
        <p:spPr bwMode="auto">
          <a:xfrm rot="18000000">
            <a:off x="5940582" y="3256217"/>
            <a:ext cx="761314" cy="167421"/>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4530" t="32365" r="30170" b="62476"/>
          <a:stretch>
            <a:fillRect/>
          </a:stretch>
        </p:blipFill>
        <p:spPr bwMode="auto">
          <a:xfrm rot="18000000">
            <a:off x="7130599" y="1631002"/>
            <a:ext cx="761314" cy="1674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教学完成情况</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2" name="矩形 61"/>
          <p:cNvSpPr/>
          <p:nvPr/>
        </p:nvSpPr>
        <p:spPr>
          <a:xfrm>
            <a:off x="9219957" y="4051620"/>
            <a:ext cx="2236510" cy="338554"/>
          </a:xfrm>
          <a:prstGeom prst="rect">
            <a:avLst/>
          </a:prstGeom>
        </p:spPr>
        <p:txBody>
          <a:bodyPr wrap="none">
            <a:spAutoFit/>
          </a:bodyPr>
          <a:lstStyle/>
          <a:p>
            <a:r>
              <a:rPr lang="zh-CN" altLang="en-US" sz="1600">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sz="1600" dirty="0">
              <a:solidFill>
                <a:srgbClr val="626262"/>
              </a:solidFill>
              <a:latin typeface="汉仪黑荔枝体简" panose="00020600040101010101" pitchFamily="18" charset="-122"/>
              <a:ea typeface="汉仪黑荔枝体简" panose="00020600040101010101" pitchFamily="18" charset="-122"/>
            </a:endParaRPr>
          </a:p>
        </p:txBody>
      </p:sp>
      <p:sp>
        <p:nvSpPr>
          <p:cNvPr id="63" name="矩形 62"/>
          <p:cNvSpPr/>
          <p:nvPr/>
        </p:nvSpPr>
        <p:spPr>
          <a:xfrm>
            <a:off x="9061326" y="4356744"/>
            <a:ext cx="2451372" cy="1510542"/>
          </a:xfrm>
          <a:prstGeom prst="rect">
            <a:avLst/>
          </a:prstGeom>
        </p:spPr>
        <p:txBody>
          <a:bodyPr wrap="square">
            <a:spAutoFit/>
          </a:bodyPr>
          <a:lstStyle/>
          <a:p>
            <a:pPr algn="ctr">
              <a:lnSpc>
                <a:spcPct val="130000"/>
              </a:lnSpc>
            </a:pPr>
            <a:r>
              <a:rPr lang="zh-CN" altLang="en-US" sz="1200">
                <a:solidFill>
                  <a:srgbClr val="000000"/>
                </a:solidFill>
                <a:latin typeface="微软雅黑 Light" panose="020B0502040204020203" pitchFamily="34" charset="-122"/>
                <a:ea typeface="微软雅黑 Light" panose="020B0502040204020203" pitchFamily="34" charset="-122"/>
              </a:rPr>
              <a:t>点击在此输入文本内容。</a:t>
            </a:r>
            <a:r>
              <a:rPr lang="zh-CN" altLang="en-US" sz="1200" dirty="0">
                <a:solidFill>
                  <a:srgbClr val="000000"/>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rgbClr val="000000"/>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200" dirty="0">
                <a:solidFill>
                  <a:srgbClr val="000000"/>
                </a:solidFill>
                <a:latin typeface="微软雅黑 Light" panose="020B0502040204020203" pitchFamily="34" charset="-122"/>
                <a:ea typeface="微软雅黑 Light" panose="020B0502040204020203" pitchFamily="34" charset="-122"/>
              </a:rPr>
              <a:t>进行</a:t>
            </a:r>
            <a:r>
              <a:rPr lang="zh-CN" altLang="en-US" sz="1200">
                <a:solidFill>
                  <a:srgbClr val="000000"/>
                </a:solidFill>
                <a:latin typeface="微软雅黑 Light" panose="020B0502040204020203" pitchFamily="34" charset="-122"/>
                <a:ea typeface="微软雅黑 Light" panose="020B0502040204020203" pitchFamily="34" charset="-122"/>
              </a:rPr>
              <a:t>修改。建议参考原模板的风格字体字号。</a:t>
            </a:r>
            <a:endParaRPr kumimoji="1" lang="zh-CN" altLang="en-US" sz="1200" dirty="0">
              <a:solidFill>
                <a:srgbClr val="000000"/>
              </a:solidFill>
              <a:latin typeface="微软雅黑 Light" panose="020B0502040204020203" pitchFamily="34" charset="-122"/>
              <a:ea typeface="微软雅黑 Light" panose="020B0502040204020203" pitchFamily="34" charset="-122"/>
            </a:endParaRPr>
          </a:p>
        </p:txBody>
      </p:sp>
      <p:cxnSp>
        <p:nvCxnSpPr>
          <p:cNvPr id="64" name="直接连接符 63"/>
          <p:cNvCxnSpPr/>
          <p:nvPr/>
        </p:nvCxnSpPr>
        <p:spPr>
          <a:xfrm>
            <a:off x="7431099" y="3273543"/>
            <a:ext cx="0" cy="667101"/>
          </a:xfrm>
          <a:prstGeom prst="line">
            <a:avLst/>
          </a:prstGeom>
          <a:ln w="19050">
            <a:solidFill>
              <a:srgbClr val="626262"/>
            </a:solidFill>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6403216" y="4041496"/>
            <a:ext cx="2236510" cy="338554"/>
          </a:xfrm>
          <a:prstGeom prst="rect">
            <a:avLst/>
          </a:prstGeom>
        </p:spPr>
        <p:txBody>
          <a:bodyPr wrap="none">
            <a:spAutoFit/>
          </a:bodyPr>
          <a:lstStyle/>
          <a:p>
            <a:r>
              <a:rPr lang="zh-CN" altLang="en-US" sz="1600">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sz="1600" dirty="0">
              <a:solidFill>
                <a:srgbClr val="626262"/>
              </a:solidFill>
              <a:latin typeface="汉仪黑荔枝体简" panose="00020600040101010101" pitchFamily="18" charset="-122"/>
              <a:ea typeface="汉仪黑荔枝体简" panose="00020600040101010101" pitchFamily="18" charset="-122"/>
            </a:endParaRPr>
          </a:p>
        </p:txBody>
      </p:sp>
      <p:sp>
        <p:nvSpPr>
          <p:cNvPr id="66" name="矩形 65"/>
          <p:cNvSpPr/>
          <p:nvPr/>
        </p:nvSpPr>
        <p:spPr>
          <a:xfrm>
            <a:off x="6244585" y="4346620"/>
            <a:ext cx="2451372" cy="1510542"/>
          </a:xfrm>
          <a:prstGeom prst="rect">
            <a:avLst/>
          </a:prstGeom>
        </p:spPr>
        <p:txBody>
          <a:bodyPr wrap="square">
            <a:spAutoFit/>
          </a:bodyPr>
          <a:lstStyle/>
          <a:p>
            <a:pPr algn="ctr">
              <a:lnSpc>
                <a:spcPct val="130000"/>
              </a:lnSpc>
            </a:pPr>
            <a:r>
              <a:rPr lang="zh-CN" altLang="en-US" sz="1200">
                <a:solidFill>
                  <a:srgbClr val="000000"/>
                </a:solidFill>
                <a:latin typeface="微软雅黑 Light" panose="020B0502040204020203" pitchFamily="34" charset="-122"/>
                <a:ea typeface="微软雅黑 Light" panose="020B0502040204020203" pitchFamily="34" charset="-122"/>
              </a:rPr>
              <a:t>点击在此输入文本内容。</a:t>
            </a:r>
            <a:r>
              <a:rPr lang="zh-CN" altLang="en-US" sz="1200" dirty="0">
                <a:solidFill>
                  <a:srgbClr val="000000"/>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rgbClr val="000000"/>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200" dirty="0">
                <a:solidFill>
                  <a:srgbClr val="000000"/>
                </a:solidFill>
                <a:latin typeface="微软雅黑 Light" panose="020B0502040204020203" pitchFamily="34" charset="-122"/>
                <a:ea typeface="微软雅黑 Light" panose="020B0502040204020203" pitchFamily="34" charset="-122"/>
              </a:rPr>
              <a:t>进行</a:t>
            </a:r>
            <a:r>
              <a:rPr lang="zh-CN" altLang="en-US" sz="1200">
                <a:solidFill>
                  <a:srgbClr val="000000"/>
                </a:solidFill>
                <a:latin typeface="微软雅黑 Light" panose="020B0502040204020203" pitchFamily="34" charset="-122"/>
                <a:ea typeface="微软雅黑 Light" panose="020B0502040204020203" pitchFamily="34" charset="-122"/>
              </a:rPr>
              <a:t>修改。建议参考原模板的风格字体字号。</a:t>
            </a:r>
            <a:endParaRPr kumimoji="1" lang="zh-CN" altLang="en-US" sz="1200" dirty="0">
              <a:solidFill>
                <a:srgbClr val="000000"/>
              </a:solidFill>
              <a:latin typeface="微软雅黑 Light" panose="020B0502040204020203" pitchFamily="34" charset="-122"/>
              <a:ea typeface="微软雅黑 Light" panose="020B0502040204020203" pitchFamily="34" charset="-122"/>
            </a:endParaRPr>
          </a:p>
        </p:txBody>
      </p:sp>
      <p:cxnSp>
        <p:nvCxnSpPr>
          <p:cNvPr id="67" name="直接连接符 66"/>
          <p:cNvCxnSpPr/>
          <p:nvPr/>
        </p:nvCxnSpPr>
        <p:spPr>
          <a:xfrm>
            <a:off x="4698521" y="3245417"/>
            <a:ext cx="0" cy="667101"/>
          </a:xfrm>
          <a:prstGeom prst="line">
            <a:avLst/>
          </a:prstGeom>
          <a:ln w="19050">
            <a:solidFill>
              <a:srgbClr val="626262"/>
            </a:solidFill>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3670638" y="4013370"/>
            <a:ext cx="2236510" cy="338554"/>
          </a:xfrm>
          <a:prstGeom prst="rect">
            <a:avLst/>
          </a:prstGeom>
        </p:spPr>
        <p:txBody>
          <a:bodyPr wrap="none">
            <a:spAutoFit/>
          </a:bodyPr>
          <a:lstStyle/>
          <a:p>
            <a:r>
              <a:rPr lang="zh-CN" altLang="en-US" sz="1600">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sz="1600" dirty="0">
              <a:solidFill>
                <a:srgbClr val="626262"/>
              </a:solidFill>
              <a:latin typeface="汉仪黑荔枝体简" panose="00020600040101010101" pitchFamily="18" charset="-122"/>
              <a:ea typeface="汉仪黑荔枝体简" panose="00020600040101010101" pitchFamily="18" charset="-122"/>
            </a:endParaRPr>
          </a:p>
        </p:txBody>
      </p:sp>
      <p:sp>
        <p:nvSpPr>
          <p:cNvPr id="69" name="矩形 68"/>
          <p:cNvSpPr/>
          <p:nvPr/>
        </p:nvSpPr>
        <p:spPr>
          <a:xfrm>
            <a:off x="3512007" y="4318494"/>
            <a:ext cx="2451372" cy="1510542"/>
          </a:xfrm>
          <a:prstGeom prst="rect">
            <a:avLst/>
          </a:prstGeom>
        </p:spPr>
        <p:txBody>
          <a:bodyPr wrap="square">
            <a:spAutoFit/>
          </a:bodyPr>
          <a:lstStyle/>
          <a:p>
            <a:pPr algn="ctr">
              <a:lnSpc>
                <a:spcPct val="130000"/>
              </a:lnSpc>
            </a:pPr>
            <a:r>
              <a:rPr lang="zh-CN" altLang="en-US" sz="1200">
                <a:solidFill>
                  <a:srgbClr val="000000"/>
                </a:solidFill>
                <a:latin typeface="微软雅黑 Light" panose="020B0502040204020203" pitchFamily="34" charset="-122"/>
                <a:ea typeface="微软雅黑 Light" panose="020B0502040204020203" pitchFamily="34" charset="-122"/>
              </a:rPr>
              <a:t>点击在此输入文本内容。</a:t>
            </a:r>
            <a:r>
              <a:rPr lang="zh-CN" altLang="en-US" sz="1200" dirty="0">
                <a:solidFill>
                  <a:srgbClr val="000000"/>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rgbClr val="000000"/>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200" dirty="0">
                <a:solidFill>
                  <a:srgbClr val="000000"/>
                </a:solidFill>
                <a:latin typeface="微软雅黑 Light" panose="020B0502040204020203" pitchFamily="34" charset="-122"/>
                <a:ea typeface="微软雅黑 Light" panose="020B0502040204020203" pitchFamily="34" charset="-122"/>
              </a:rPr>
              <a:t>进行</a:t>
            </a:r>
            <a:r>
              <a:rPr lang="zh-CN" altLang="en-US" sz="1200">
                <a:solidFill>
                  <a:srgbClr val="000000"/>
                </a:solidFill>
                <a:latin typeface="微软雅黑 Light" panose="020B0502040204020203" pitchFamily="34" charset="-122"/>
                <a:ea typeface="微软雅黑 Light" panose="020B0502040204020203" pitchFamily="34" charset="-122"/>
              </a:rPr>
              <a:t>修改。建议参考原模板的风格字体字号。</a:t>
            </a:r>
            <a:endParaRPr kumimoji="1" lang="zh-CN" altLang="en-US" sz="1200" dirty="0">
              <a:solidFill>
                <a:srgbClr val="000000"/>
              </a:solidFill>
              <a:latin typeface="微软雅黑 Light" panose="020B0502040204020203" pitchFamily="34" charset="-122"/>
              <a:ea typeface="微软雅黑 Light" panose="020B0502040204020203" pitchFamily="34" charset="-122"/>
            </a:endParaRPr>
          </a:p>
        </p:txBody>
      </p:sp>
      <p:cxnSp>
        <p:nvCxnSpPr>
          <p:cNvPr id="70" name="直接连接符 69"/>
          <p:cNvCxnSpPr/>
          <p:nvPr/>
        </p:nvCxnSpPr>
        <p:spPr>
          <a:xfrm>
            <a:off x="1920590" y="3241085"/>
            <a:ext cx="0" cy="667101"/>
          </a:xfrm>
          <a:prstGeom prst="line">
            <a:avLst/>
          </a:prstGeom>
          <a:ln w="19050">
            <a:solidFill>
              <a:srgbClr val="626262"/>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p:nvGrpSpPr>
        <p:grpSpPr>
          <a:xfrm>
            <a:off x="1394308" y="2194222"/>
            <a:ext cx="998698" cy="998698"/>
            <a:chOff x="2357782" y="2343796"/>
            <a:chExt cx="1210025" cy="1210025"/>
          </a:xfrm>
        </p:grpSpPr>
        <p:sp>
          <p:nvSpPr>
            <p:cNvPr id="72" name="矩形: 圆角 71"/>
            <p:cNvSpPr/>
            <p:nvPr/>
          </p:nvSpPr>
          <p:spPr>
            <a:xfrm rot="1965329">
              <a:off x="2357782" y="2343796"/>
              <a:ext cx="1191906" cy="1191906"/>
            </a:xfrm>
            <a:prstGeom prst="roundRect">
              <a:avLst/>
            </a:prstGeom>
            <a:solidFill>
              <a:srgbClr val="626262">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圆角 72"/>
            <p:cNvSpPr/>
            <p:nvPr/>
          </p:nvSpPr>
          <p:spPr>
            <a:xfrm rot="2528031">
              <a:off x="2375901" y="2361915"/>
              <a:ext cx="1191906" cy="1191906"/>
            </a:xfrm>
            <a:prstGeom prst="roundRect">
              <a:avLst/>
            </a:pr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p:cNvGrpSpPr/>
          <p:nvPr/>
        </p:nvGrpSpPr>
        <p:grpSpPr>
          <a:xfrm>
            <a:off x="4129512" y="2194222"/>
            <a:ext cx="998698" cy="998698"/>
            <a:chOff x="2357782" y="2343796"/>
            <a:chExt cx="1210025" cy="1210025"/>
          </a:xfrm>
        </p:grpSpPr>
        <p:sp>
          <p:nvSpPr>
            <p:cNvPr id="75" name="矩形: 圆角 74"/>
            <p:cNvSpPr/>
            <p:nvPr/>
          </p:nvSpPr>
          <p:spPr>
            <a:xfrm rot="1965329">
              <a:off x="2357782" y="2343796"/>
              <a:ext cx="1191906" cy="1191906"/>
            </a:xfrm>
            <a:prstGeom prst="roundRect">
              <a:avLst/>
            </a:prstGeom>
            <a:solidFill>
              <a:srgbClr val="626262">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圆角 75"/>
            <p:cNvSpPr/>
            <p:nvPr/>
          </p:nvSpPr>
          <p:spPr>
            <a:xfrm rot="2528031">
              <a:off x="2375901" y="2361915"/>
              <a:ext cx="1191906" cy="1191906"/>
            </a:xfrm>
            <a:prstGeom prst="roundRect">
              <a:avLst/>
            </a:pr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77" name="组合 76"/>
          <p:cNvGrpSpPr/>
          <p:nvPr/>
        </p:nvGrpSpPr>
        <p:grpSpPr>
          <a:xfrm>
            <a:off x="6920858" y="2202736"/>
            <a:ext cx="998698" cy="998698"/>
            <a:chOff x="2357782" y="2343796"/>
            <a:chExt cx="1210025" cy="1210025"/>
          </a:xfrm>
        </p:grpSpPr>
        <p:sp>
          <p:nvSpPr>
            <p:cNvPr id="78" name="矩形: 圆角 77"/>
            <p:cNvSpPr/>
            <p:nvPr/>
          </p:nvSpPr>
          <p:spPr>
            <a:xfrm rot="1965329">
              <a:off x="2357782" y="2343796"/>
              <a:ext cx="1191906" cy="1191906"/>
            </a:xfrm>
            <a:prstGeom prst="roundRect">
              <a:avLst/>
            </a:prstGeom>
            <a:solidFill>
              <a:srgbClr val="626262">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矩形: 圆角 78"/>
            <p:cNvSpPr/>
            <p:nvPr/>
          </p:nvSpPr>
          <p:spPr>
            <a:xfrm rot="2528031">
              <a:off x="2375901" y="2361915"/>
              <a:ext cx="1191906" cy="1191906"/>
            </a:xfrm>
            <a:prstGeom prst="roundRect">
              <a:avLst/>
            </a:pr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80" name="组合 79"/>
          <p:cNvGrpSpPr/>
          <p:nvPr/>
        </p:nvGrpSpPr>
        <p:grpSpPr>
          <a:xfrm>
            <a:off x="9659688" y="2194222"/>
            <a:ext cx="998698" cy="998698"/>
            <a:chOff x="2357782" y="2343796"/>
            <a:chExt cx="1210025" cy="1210025"/>
          </a:xfrm>
        </p:grpSpPr>
        <p:sp>
          <p:nvSpPr>
            <p:cNvPr id="81" name="矩形: 圆角 80"/>
            <p:cNvSpPr/>
            <p:nvPr/>
          </p:nvSpPr>
          <p:spPr>
            <a:xfrm rot="1965329">
              <a:off x="2357782" y="2343796"/>
              <a:ext cx="1191906" cy="1191906"/>
            </a:xfrm>
            <a:prstGeom prst="roundRect">
              <a:avLst/>
            </a:prstGeom>
            <a:solidFill>
              <a:srgbClr val="626262">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圆角 81"/>
            <p:cNvSpPr/>
            <p:nvPr/>
          </p:nvSpPr>
          <p:spPr>
            <a:xfrm rot="2528031">
              <a:off x="2375901" y="2361915"/>
              <a:ext cx="1191906" cy="1191906"/>
            </a:xfrm>
            <a:prstGeom prst="roundRect">
              <a:avLst/>
            </a:pr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3" name="矩形 82"/>
          <p:cNvSpPr/>
          <p:nvPr/>
        </p:nvSpPr>
        <p:spPr>
          <a:xfrm>
            <a:off x="892707" y="4009038"/>
            <a:ext cx="2236510" cy="338554"/>
          </a:xfrm>
          <a:prstGeom prst="rect">
            <a:avLst/>
          </a:prstGeom>
        </p:spPr>
        <p:txBody>
          <a:bodyPr wrap="none">
            <a:spAutoFit/>
          </a:bodyPr>
          <a:lstStyle/>
          <a:p>
            <a:r>
              <a:rPr lang="zh-CN" altLang="en-US" sz="1600" dirty="0">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sz="1600" dirty="0">
              <a:solidFill>
                <a:srgbClr val="626262"/>
              </a:solidFill>
              <a:latin typeface="汉仪黑荔枝体简" panose="00020600040101010101" pitchFamily="18" charset="-122"/>
              <a:ea typeface="汉仪黑荔枝体简" panose="00020600040101010101" pitchFamily="18" charset="-122"/>
            </a:endParaRPr>
          </a:p>
        </p:txBody>
      </p:sp>
      <p:sp>
        <p:nvSpPr>
          <p:cNvPr id="84" name="矩形 83"/>
          <p:cNvSpPr/>
          <p:nvPr/>
        </p:nvSpPr>
        <p:spPr>
          <a:xfrm>
            <a:off x="734076" y="4314162"/>
            <a:ext cx="2451372" cy="1510542"/>
          </a:xfrm>
          <a:prstGeom prst="rect">
            <a:avLst/>
          </a:prstGeom>
        </p:spPr>
        <p:txBody>
          <a:bodyPr wrap="square">
            <a:spAutoFit/>
          </a:bodyPr>
          <a:lstStyle/>
          <a:p>
            <a:pPr algn="ctr">
              <a:lnSpc>
                <a:spcPct val="130000"/>
              </a:lnSpc>
            </a:pPr>
            <a:r>
              <a:rPr lang="zh-CN" altLang="en-US" sz="1200">
                <a:solidFill>
                  <a:srgbClr val="000000"/>
                </a:solidFill>
                <a:latin typeface="微软雅黑 Light" panose="020B0502040204020203" pitchFamily="34" charset="-122"/>
                <a:ea typeface="微软雅黑 Light" panose="020B0502040204020203" pitchFamily="34" charset="-122"/>
              </a:rPr>
              <a:t>点击在此输入文本内容。</a:t>
            </a:r>
            <a:r>
              <a:rPr lang="zh-CN" altLang="en-US" sz="1200" dirty="0">
                <a:solidFill>
                  <a:srgbClr val="000000"/>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rgbClr val="000000"/>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200" dirty="0">
                <a:solidFill>
                  <a:srgbClr val="000000"/>
                </a:solidFill>
                <a:latin typeface="微软雅黑 Light" panose="020B0502040204020203" pitchFamily="34" charset="-122"/>
                <a:ea typeface="微软雅黑 Light" panose="020B0502040204020203" pitchFamily="34" charset="-122"/>
              </a:rPr>
              <a:t>进行</a:t>
            </a:r>
            <a:r>
              <a:rPr lang="zh-CN" altLang="en-US" sz="1200">
                <a:solidFill>
                  <a:srgbClr val="000000"/>
                </a:solidFill>
                <a:latin typeface="微软雅黑 Light" panose="020B0502040204020203" pitchFamily="34" charset="-122"/>
                <a:ea typeface="微软雅黑 Light" panose="020B0502040204020203" pitchFamily="34" charset="-122"/>
              </a:rPr>
              <a:t>修改。建议参考原模板的风格字体字号。</a:t>
            </a:r>
            <a:endParaRPr kumimoji="1" lang="zh-CN" altLang="en-US" sz="1200" dirty="0">
              <a:solidFill>
                <a:srgbClr val="000000"/>
              </a:solidFill>
              <a:latin typeface="微软雅黑 Light" panose="020B0502040204020203" pitchFamily="34" charset="-122"/>
              <a:ea typeface="微软雅黑 Light" panose="020B0502040204020203" pitchFamily="34" charset="-122"/>
            </a:endParaRPr>
          </a:p>
        </p:txBody>
      </p:sp>
      <p:cxnSp>
        <p:nvCxnSpPr>
          <p:cNvPr id="85" name="直接连接符 84"/>
          <p:cNvCxnSpPr/>
          <p:nvPr/>
        </p:nvCxnSpPr>
        <p:spPr>
          <a:xfrm>
            <a:off x="10247840" y="3283667"/>
            <a:ext cx="0" cy="667101"/>
          </a:xfrm>
          <a:prstGeom prst="line">
            <a:avLst/>
          </a:prstGeom>
          <a:ln w="19050">
            <a:solidFill>
              <a:srgbClr val="626262"/>
            </a:solidFill>
          </a:ln>
        </p:spPr>
        <p:style>
          <a:lnRef idx="1">
            <a:schemeClr val="accent1"/>
          </a:lnRef>
          <a:fillRef idx="0">
            <a:schemeClr val="accent1"/>
          </a:fillRef>
          <a:effectRef idx="0">
            <a:schemeClr val="accent1"/>
          </a:effectRef>
          <a:fontRef idx="minor">
            <a:schemeClr val="tx1"/>
          </a:fontRef>
        </p:style>
      </p:cxnSp>
      <p:sp>
        <p:nvSpPr>
          <p:cNvPr id="86" name="stack-of-books_67879"/>
          <p:cNvSpPr>
            <a:spLocks noChangeAspect="1"/>
          </p:cNvSpPr>
          <p:nvPr/>
        </p:nvSpPr>
        <p:spPr bwMode="auto">
          <a:xfrm>
            <a:off x="1694719" y="2494934"/>
            <a:ext cx="412829" cy="412227"/>
          </a:xfrm>
          <a:custGeom>
            <a:avLst/>
            <a:gdLst>
              <a:gd name="connsiteX0" fmla="*/ 351512 w 608453"/>
              <a:gd name="connsiteY0" fmla="*/ 527474 h 607566"/>
              <a:gd name="connsiteX1" fmla="*/ 365947 w 608453"/>
              <a:gd name="connsiteY1" fmla="*/ 533451 h 607566"/>
              <a:gd name="connsiteX2" fmla="*/ 371935 w 608453"/>
              <a:gd name="connsiteY2" fmla="*/ 548009 h 607566"/>
              <a:gd name="connsiteX3" fmla="*/ 365947 w 608453"/>
              <a:gd name="connsiteY3" fmla="*/ 562567 h 607566"/>
              <a:gd name="connsiteX4" fmla="*/ 351512 w 608453"/>
              <a:gd name="connsiteY4" fmla="*/ 568543 h 607566"/>
              <a:gd name="connsiteX5" fmla="*/ 336925 w 608453"/>
              <a:gd name="connsiteY5" fmla="*/ 562567 h 607566"/>
              <a:gd name="connsiteX6" fmla="*/ 330936 w 608453"/>
              <a:gd name="connsiteY6" fmla="*/ 548009 h 607566"/>
              <a:gd name="connsiteX7" fmla="*/ 336925 w 608453"/>
              <a:gd name="connsiteY7" fmla="*/ 533451 h 607566"/>
              <a:gd name="connsiteX8" fmla="*/ 351512 w 608453"/>
              <a:gd name="connsiteY8" fmla="*/ 527474 h 607566"/>
              <a:gd name="connsiteX9" fmla="*/ 96651 w 608453"/>
              <a:gd name="connsiteY9" fmla="*/ 340302 h 607566"/>
              <a:gd name="connsiteX10" fmla="*/ 59316 w 608453"/>
              <a:gd name="connsiteY10" fmla="*/ 414406 h 607566"/>
              <a:gd name="connsiteX11" fmla="*/ 59008 w 608453"/>
              <a:gd name="connsiteY11" fmla="*/ 548652 h 607566"/>
              <a:gd name="connsiteX12" fmla="*/ 193448 w 608453"/>
              <a:gd name="connsiteY12" fmla="*/ 548345 h 607566"/>
              <a:gd name="connsiteX13" fmla="*/ 267659 w 608453"/>
              <a:gd name="connsiteY13" fmla="*/ 511063 h 607566"/>
              <a:gd name="connsiteX14" fmla="*/ 176086 w 608453"/>
              <a:gd name="connsiteY14" fmla="*/ 431743 h 607566"/>
              <a:gd name="connsiteX15" fmla="*/ 96651 w 608453"/>
              <a:gd name="connsiteY15" fmla="*/ 340302 h 607566"/>
              <a:gd name="connsiteX16" fmla="*/ 304192 w 608453"/>
              <a:gd name="connsiteY16" fmla="*/ 257606 h 607566"/>
              <a:gd name="connsiteX17" fmla="*/ 257941 w 608453"/>
              <a:gd name="connsiteY17" fmla="*/ 303782 h 607566"/>
              <a:gd name="connsiteX18" fmla="*/ 304192 w 608453"/>
              <a:gd name="connsiteY18" fmla="*/ 349958 h 607566"/>
              <a:gd name="connsiteX19" fmla="*/ 350442 w 608453"/>
              <a:gd name="connsiteY19" fmla="*/ 303782 h 607566"/>
              <a:gd name="connsiteX20" fmla="*/ 304192 w 608453"/>
              <a:gd name="connsiteY20" fmla="*/ 257606 h 607566"/>
              <a:gd name="connsiteX21" fmla="*/ 545278 w 608453"/>
              <a:gd name="connsiteY21" fmla="*/ 234698 h 607566"/>
              <a:gd name="connsiteX22" fmla="*/ 559861 w 608453"/>
              <a:gd name="connsiteY22" fmla="*/ 240687 h 607566"/>
              <a:gd name="connsiteX23" fmla="*/ 565848 w 608453"/>
              <a:gd name="connsiteY23" fmla="*/ 255121 h 607566"/>
              <a:gd name="connsiteX24" fmla="*/ 559861 w 608453"/>
              <a:gd name="connsiteY24" fmla="*/ 269709 h 607566"/>
              <a:gd name="connsiteX25" fmla="*/ 545278 w 608453"/>
              <a:gd name="connsiteY25" fmla="*/ 275697 h 607566"/>
              <a:gd name="connsiteX26" fmla="*/ 530848 w 608453"/>
              <a:gd name="connsiteY26" fmla="*/ 269709 h 607566"/>
              <a:gd name="connsiteX27" fmla="*/ 524708 w 608453"/>
              <a:gd name="connsiteY27" fmla="*/ 255121 h 607566"/>
              <a:gd name="connsiteX28" fmla="*/ 530848 w 608453"/>
              <a:gd name="connsiteY28" fmla="*/ 240687 h 607566"/>
              <a:gd name="connsiteX29" fmla="*/ 545278 w 608453"/>
              <a:gd name="connsiteY29" fmla="*/ 234698 h 607566"/>
              <a:gd name="connsiteX30" fmla="*/ 304192 w 608453"/>
              <a:gd name="connsiteY30" fmla="*/ 216492 h 607566"/>
              <a:gd name="connsiteX31" fmla="*/ 391622 w 608453"/>
              <a:gd name="connsiteY31" fmla="*/ 303782 h 607566"/>
              <a:gd name="connsiteX32" fmla="*/ 304192 w 608453"/>
              <a:gd name="connsiteY32" fmla="*/ 391071 h 607566"/>
              <a:gd name="connsiteX33" fmla="*/ 216761 w 608453"/>
              <a:gd name="connsiteY33" fmla="*/ 303782 h 607566"/>
              <a:gd name="connsiteX34" fmla="*/ 304192 w 608453"/>
              <a:gd name="connsiteY34" fmla="*/ 216492 h 607566"/>
              <a:gd name="connsiteX35" fmla="*/ 304227 w 608453"/>
              <a:gd name="connsiteY35" fmla="*/ 120599 h 607566"/>
              <a:gd name="connsiteX36" fmla="*/ 205125 w 608453"/>
              <a:gd name="connsiteY36" fmla="*/ 204829 h 607566"/>
              <a:gd name="connsiteX37" fmla="*/ 120774 w 608453"/>
              <a:gd name="connsiteY37" fmla="*/ 303787 h 607566"/>
              <a:gd name="connsiteX38" fmla="*/ 205125 w 608453"/>
              <a:gd name="connsiteY38" fmla="*/ 402746 h 607566"/>
              <a:gd name="connsiteX39" fmla="*/ 304227 w 608453"/>
              <a:gd name="connsiteY39" fmla="*/ 486822 h 607566"/>
              <a:gd name="connsiteX40" fmla="*/ 403328 w 608453"/>
              <a:gd name="connsiteY40" fmla="*/ 402746 h 607566"/>
              <a:gd name="connsiteX41" fmla="*/ 487526 w 608453"/>
              <a:gd name="connsiteY41" fmla="*/ 303787 h 607566"/>
              <a:gd name="connsiteX42" fmla="*/ 403328 w 608453"/>
              <a:gd name="connsiteY42" fmla="*/ 204829 h 607566"/>
              <a:gd name="connsiteX43" fmla="*/ 304227 w 608453"/>
              <a:gd name="connsiteY43" fmla="*/ 120599 h 607566"/>
              <a:gd name="connsiteX44" fmla="*/ 112054 w 608453"/>
              <a:gd name="connsiteY44" fmla="*/ 41068 h 607566"/>
              <a:gd name="connsiteX45" fmla="*/ 59008 w 608453"/>
              <a:gd name="connsiteY45" fmla="*/ 58923 h 607566"/>
              <a:gd name="connsiteX46" fmla="*/ 59316 w 608453"/>
              <a:gd name="connsiteY46" fmla="*/ 193169 h 607566"/>
              <a:gd name="connsiteX47" fmla="*/ 96651 w 608453"/>
              <a:gd name="connsiteY47" fmla="*/ 267272 h 607566"/>
              <a:gd name="connsiteX48" fmla="*/ 176086 w 608453"/>
              <a:gd name="connsiteY48" fmla="*/ 175832 h 607566"/>
              <a:gd name="connsiteX49" fmla="*/ 267659 w 608453"/>
              <a:gd name="connsiteY49" fmla="*/ 96512 h 607566"/>
              <a:gd name="connsiteX50" fmla="*/ 193448 w 608453"/>
              <a:gd name="connsiteY50" fmla="*/ 59230 h 607566"/>
              <a:gd name="connsiteX51" fmla="*/ 112054 w 608453"/>
              <a:gd name="connsiteY51" fmla="*/ 41068 h 607566"/>
              <a:gd name="connsiteX52" fmla="*/ 103297 w 608453"/>
              <a:gd name="connsiteY52" fmla="*/ 200 h 607566"/>
              <a:gd name="connsiteX53" fmla="*/ 208352 w 608453"/>
              <a:gd name="connsiteY53" fmla="*/ 21027 h 607566"/>
              <a:gd name="connsiteX54" fmla="*/ 304227 w 608453"/>
              <a:gd name="connsiteY54" fmla="*/ 71044 h 607566"/>
              <a:gd name="connsiteX55" fmla="*/ 400101 w 608453"/>
              <a:gd name="connsiteY55" fmla="*/ 21027 h 607566"/>
              <a:gd name="connsiteX56" fmla="*/ 505080 w 608453"/>
              <a:gd name="connsiteY56" fmla="*/ 200 h 607566"/>
              <a:gd name="connsiteX57" fmla="*/ 578484 w 608453"/>
              <a:gd name="connsiteY57" fmla="*/ 29773 h 607566"/>
              <a:gd name="connsiteX58" fmla="*/ 586166 w 608453"/>
              <a:gd name="connsiteY58" fmla="*/ 211273 h 607566"/>
              <a:gd name="connsiteX59" fmla="*/ 559432 w 608453"/>
              <a:gd name="connsiteY59" fmla="*/ 222626 h 607566"/>
              <a:gd name="connsiteX60" fmla="*/ 548062 w 608453"/>
              <a:gd name="connsiteY60" fmla="*/ 195930 h 607566"/>
              <a:gd name="connsiteX61" fmla="*/ 549445 w 608453"/>
              <a:gd name="connsiteY61" fmla="*/ 58923 h 607566"/>
              <a:gd name="connsiteX62" fmla="*/ 415005 w 608453"/>
              <a:gd name="connsiteY62" fmla="*/ 59230 h 607566"/>
              <a:gd name="connsiteX63" fmla="*/ 340794 w 608453"/>
              <a:gd name="connsiteY63" fmla="*/ 96512 h 607566"/>
              <a:gd name="connsiteX64" fmla="*/ 432367 w 608453"/>
              <a:gd name="connsiteY64" fmla="*/ 175832 h 607566"/>
              <a:gd name="connsiteX65" fmla="*/ 587395 w 608453"/>
              <a:gd name="connsiteY65" fmla="*/ 399524 h 607566"/>
              <a:gd name="connsiteX66" fmla="*/ 578484 w 608453"/>
              <a:gd name="connsiteY66" fmla="*/ 577649 h 607566"/>
              <a:gd name="connsiteX67" fmla="*/ 496898 w 608453"/>
              <a:gd name="connsiteY67" fmla="*/ 607566 h 607566"/>
              <a:gd name="connsiteX68" fmla="*/ 396875 w 608453"/>
              <a:gd name="connsiteY68" fmla="*/ 585320 h 607566"/>
              <a:gd name="connsiteX69" fmla="*/ 385505 w 608453"/>
              <a:gd name="connsiteY69" fmla="*/ 558624 h 607566"/>
              <a:gd name="connsiteX70" fmla="*/ 412086 w 608453"/>
              <a:gd name="connsiteY70" fmla="*/ 547271 h 607566"/>
              <a:gd name="connsiteX71" fmla="*/ 549445 w 608453"/>
              <a:gd name="connsiteY71" fmla="*/ 548652 h 607566"/>
              <a:gd name="connsiteX72" fmla="*/ 549138 w 608453"/>
              <a:gd name="connsiteY72" fmla="*/ 414406 h 607566"/>
              <a:gd name="connsiteX73" fmla="*/ 511802 w 608453"/>
              <a:gd name="connsiteY73" fmla="*/ 340302 h 607566"/>
              <a:gd name="connsiteX74" fmla="*/ 432367 w 608453"/>
              <a:gd name="connsiteY74" fmla="*/ 431743 h 607566"/>
              <a:gd name="connsiteX75" fmla="*/ 208352 w 608453"/>
              <a:gd name="connsiteY75" fmla="*/ 586547 h 607566"/>
              <a:gd name="connsiteX76" fmla="*/ 111555 w 608453"/>
              <a:gd name="connsiteY76" fmla="*/ 607566 h 607566"/>
              <a:gd name="connsiteX77" fmla="*/ 29816 w 608453"/>
              <a:gd name="connsiteY77" fmla="*/ 577649 h 607566"/>
              <a:gd name="connsiteX78" fmla="*/ 21058 w 608453"/>
              <a:gd name="connsiteY78" fmla="*/ 399524 h 607566"/>
              <a:gd name="connsiteX79" fmla="*/ 71146 w 608453"/>
              <a:gd name="connsiteY79" fmla="*/ 303787 h 607566"/>
              <a:gd name="connsiteX80" fmla="*/ 21058 w 608453"/>
              <a:gd name="connsiteY80" fmla="*/ 208051 h 607566"/>
              <a:gd name="connsiteX81" fmla="*/ 29816 w 608453"/>
              <a:gd name="connsiteY81" fmla="*/ 29773 h 607566"/>
              <a:gd name="connsiteX82" fmla="*/ 103297 w 608453"/>
              <a:gd name="connsiteY82" fmla="*/ 200 h 607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608453" h="607566">
                <a:moveTo>
                  <a:pt x="351512" y="527474"/>
                </a:moveTo>
                <a:cubicBezTo>
                  <a:pt x="356887" y="527474"/>
                  <a:pt x="362108" y="529620"/>
                  <a:pt x="365947" y="533451"/>
                </a:cubicBezTo>
                <a:cubicBezTo>
                  <a:pt x="369785" y="537282"/>
                  <a:pt x="371935" y="542645"/>
                  <a:pt x="371935" y="548009"/>
                </a:cubicBezTo>
                <a:cubicBezTo>
                  <a:pt x="371935" y="553372"/>
                  <a:pt x="369785" y="558736"/>
                  <a:pt x="365947" y="562567"/>
                </a:cubicBezTo>
                <a:cubicBezTo>
                  <a:pt x="362108" y="566398"/>
                  <a:pt x="356887" y="568543"/>
                  <a:pt x="351512" y="568543"/>
                </a:cubicBezTo>
                <a:cubicBezTo>
                  <a:pt x="345984" y="568543"/>
                  <a:pt x="340764" y="566398"/>
                  <a:pt x="336925" y="562567"/>
                </a:cubicBezTo>
                <a:cubicBezTo>
                  <a:pt x="333086" y="558736"/>
                  <a:pt x="330936" y="553372"/>
                  <a:pt x="330936" y="548009"/>
                </a:cubicBezTo>
                <a:cubicBezTo>
                  <a:pt x="330936" y="542645"/>
                  <a:pt x="333086" y="537282"/>
                  <a:pt x="336925" y="533451"/>
                </a:cubicBezTo>
                <a:cubicBezTo>
                  <a:pt x="340764" y="529620"/>
                  <a:pt x="345984" y="527474"/>
                  <a:pt x="351512" y="527474"/>
                </a:cubicBezTo>
                <a:close/>
                <a:moveTo>
                  <a:pt x="96651" y="340302"/>
                </a:moveTo>
                <a:cubicBezTo>
                  <a:pt x="81287" y="365464"/>
                  <a:pt x="68688" y="390318"/>
                  <a:pt x="59316" y="414406"/>
                </a:cubicBezTo>
                <a:cubicBezTo>
                  <a:pt x="35193" y="475929"/>
                  <a:pt x="35040" y="524871"/>
                  <a:pt x="59008" y="548652"/>
                </a:cubicBezTo>
                <a:cubicBezTo>
                  <a:pt x="82823" y="572586"/>
                  <a:pt x="131836" y="572432"/>
                  <a:pt x="193448" y="548345"/>
                </a:cubicBezTo>
                <a:cubicBezTo>
                  <a:pt x="217571" y="538986"/>
                  <a:pt x="242461" y="526405"/>
                  <a:pt x="267659" y="511063"/>
                </a:cubicBezTo>
                <a:cubicBezTo>
                  <a:pt x="236162" y="487742"/>
                  <a:pt x="205433" y="461200"/>
                  <a:pt x="176086" y="431743"/>
                </a:cubicBezTo>
                <a:cubicBezTo>
                  <a:pt x="146586" y="402439"/>
                  <a:pt x="119852" y="371601"/>
                  <a:pt x="96651" y="340302"/>
                </a:cubicBezTo>
                <a:close/>
                <a:moveTo>
                  <a:pt x="304192" y="257606"/>
                </a:moveTo>
                <a:cubicBezTo>
                  <a:pt x="278685" y="257606"/>
                  <a:pt x="257941" y="278316"/>
                  <a:pt x="257941" y="303782"/>
                </a:cubicBezTo>
                <a:cubicBezTo>
                  <a:pt x="257941" y="329248"/>
                  <a:pt x="278685" y="349958"/>
                  <a:pt x="304192" y="349958"/>
                </a:cubicBezTo>
                <a:cubicBezTo>
                  <a:pt x="329699" y="349958"/>
                  <a:pt x="350442" y="329248"/>
                  <a:pt x="350442" y="303782"/>
                </a:cubicBezTo>
                <a:cubicBezTo>
                  <a:pt x="350442" y="278316"/>
                  <a:pt x="329699" y="257606"/>
                  <a:pt x="304192" y="257606"/>
                </a:cubicBezTo>
                <a:close/>
                <a:moveTo>
                  <a:pt x="545278" y="234698"/>
                </a:moveTo>
                <a:cubicBezTo>
                  <a:pt x="550651" y="234698"/>
                  <a:pt x="556024" y="236848"/>
                  <a:pt x="559861" y="240687"/>
                </a:cubicBezTo>
                <a:cubicBezTo>
                  <a:pt x="563699" y="244526"/>
                  <a:pt x="565848" y="249747"/>
                  <a:pt x="565848" y="255121"/>
                </a:cubicBezTo>
                <a:cubicBezTo>
                  <a:pt x="565848" y="260649"/>
                  <a:pt x="563699" y="265870"/>
                  <a:pt x="559861" y="269709"/>
                </a:cubicBezTo>
                <a:cubicBezTo>
                  <a:pt x="556024" y="273547"/>
                  <a:pt x="550651" y="275697"/>
                  <a:pt x="545278" y="275697"/>
                </a:cubicBezTo>
                <a:cubicBezTo>
                  <a:pt x="539905" y="275697"/>
                  <a:pt x="534686" y="273547"/>
                  <a:pt x="530848" y="269709"/>
                </a:cubicBezTo>
                <a:cubicBezTo>
                  <a:pt x="527011" y="265870"/>
                  <a:pt x="524708" y="260649"/>
                  <a:pt x="524708" y="255121"/>
                </a:cubicBezTo>
                <a:cubicBezTo>
                  <a:pt x="524708" y="249747"/>
                  <a:pt x="527011" y="244526"/>
                  <a:pt x="530848" y="240687"/>
                </a:cubicBezTo>
                <a:cubicBezTo>
                  <a:pt x="534533" y="236848"/>
                  <a:pt x="539905" y="234698"/>
                  <a:pt x="545278" y="234698"/>
                </a:cubicBezTo>
                <a:close/>
                <a:moveTo>
                  <a:pt x="304192" y="216492"/>
                </a:moveTo>
                <a:cubicBezTo>
                  <a:pt x="352440" y="216492"/>
                  <a:pt x="391622" y="255611"/>
                  <a:pt x="391622" y="303782"/>
                </a:cubicBezTo>
                <a:cubicBezTo>
                  <a:pt x="391622" y="351952"/>
                  <a:pt x="352440" y="391071"/>
                  <a:pt x="304192" y="391071"/>
                </a:cubicBezTo>
                <a:cubicBezTo>
                  <a:pt x="255944" y="391071"/>
                  <a:pt x="216761" y="351952"/>
                  <a:pt x="216761" y="303782"/>
                </a:cubicBezTo>
                <a:cubicBezTo>
                  <a:pt x="216761" y="255611"/>
                  <a:pt x="255944" y="216492"/>
                  <a:pt x="304192" y="216492"/>
                </a:cubicBezTo>
                <a:close/>
                <a:moveTo>
                  <a:pt x="304227" y="120599"/>
                </a:moveTo>
                <a:cubicBezTo>
                  <a:pt x="270578" y="144533"/>
                  <a:pt x="237084" y="172917"/>
                  <a:pt x="205125" y="204829"/>
                </a:cubicBezTo>
                <a:cubicBezTo>
                  <a:pt x="173167" y="236741"/>
                  <a:pt x="144743" y="270188"/>
                  <a:pt x="120774" y="303787"/>
                </a:cubicBezTo>
                <a:cubicBezTo>
                  <a:pt x="144743" y="337387"/>
                  <a:pt x="173167" y="370833"/>
                  <a:pt x="205125" y="402746"/>
                </a:cubicBezTo>
                <a:cubicBezTo>
                  <a:pt x="236776" y="434504"/>
                  <a:pt x="270117" y="462734"/>
                  <a:pt x="304227" y="486822"/>
                </a:cubicBezTo>
                <a:cubicBezTo>
                  <a:pt x="337875" y="463041"/>
                  <a:pt x="371370" y="434658"/>
                  <a:pt x="403328" y="402746"/>
                </a:cubicBezTo>
                <a:cubicBezTo>
                  <a:pt x="435133" y="370987"/>
                  <a:pt x="463403" y="337847"/>
                  <a:pt x="487526" y="303787"/>
                </a:cubicBezTo>
                <a:cubicBezTo>
                  <a:pt x="463711" y="270188"/>
                  <a:pt x="435286" y="236588"/>
                  <a:pt x="403328" y="204829"/>
                </a:cubicBezTo>
                <a:cubicBezTo>
                  <a:pt x="371370" y="172917"/>
                  <a:pt x="337875" y="144533"/>
                  <a:pt x="304227" y="120599"/>
                </a:cubicBezTo>
                <a:close/>
                <a:moveTo>
                  <a:pt x="112054" y="41068"/>
                </a:moveTo>
                <a:cubicBezTo>
                  <a:pt x="89123" y="41011"/>
                  <a:pt x="70916" y="46956"/>
                  <a:pt x="59008" y="58923"/>
                </a:cubicBezTo>
                <a:cubicBezTo>
                  <a:pt x="35040" y="82704"/>
                  <a:pt x="35193" y="131646"/>
                  <a:pt x="59316" y="193169"/>
                </a:cubicBezTo>
                <a:cubicBezTo>
                  <a:pt x="68688" y="217256"/>
                  <a:pt x="81287" y="242111"/>
                  <a:pt x="96651" y="267272"/>
                </a:cubicBezTo>
                <a:cubicBezTo>
                  <a:pt x="119852" y="235974"/>
                  <a:pt x="146586" y="205136"/>
                  <a:pt x="176086" y="175832"/>
                </a:cubicBezTo>
                <a:cubicBezTo>
                  <a:pt x="205433" y="146375"/>
                  <a:pt x="236315" y="119679"/>
                  <a:pt x="267659" y="96512"/>
                </a:cubicBezTo>
                <a:cubicBezTo>
                  <a:pt x="242461" y="81170"/>
                  <a:pt x="217417" y="68589"/>
                  <a:pt x="193448" y="59230"/>
                </a:cubicBezTo>
                <a:cubicBezTo>
                  <a:pt x="162642" y="47186"/>
                  <a:pt x="134986" y="41126"/>
                  <a:pt x="112054" y="41068"/>
                </a:cubicBezTo>
                <a:close/>
                <a:moveTo>
                  <a:pt x="103297" y="200"/>
                </a:moveTo>
                <a:cubicBezTo>
                  <a:pt x="133527" y="-1296"/>
                  <a:pt x="169019" y="5608"/>
                  <a:pt x="208352" y="21027"/>
                </a:cubicBezTo>
                <a:cubicBezTo>
                  <a:pt x="239542" y="33148"/>
                  <a:pt x="271807" y="50178"/>
                  <a:pt x="304227" y="71044"/>
                </a:cubicBezTo>
                <a:cubicBezTo>
                  <a:pt x="336646" y="50178"/>
                  <a:pt x="368911" y="33148"/>
                  <a:pt x="400101" y="21027"/>
                </a:cubicBezTo>
                <a:cubicBezTo>
                  <a:pt x="439358" y="5608"/>
                  <a:pt x="474850" y="-1296"/>
                  <a:pt x="505080" y="200"/>
                </a:cubicBezTo>
                <a:cubicBezTo>
                  <a:pt x="535309" y="1696"/>
                  <a:pt x="560277" y="11592"/>
                  <a:pt x="578484" y="29773"/>
                </a:cubicBezTo>
                <a:cubicBezTo>
                  <a:pt x="615666" y="66748"/>
                  <a:pt x="618278" y="131186"/>
                  <a:pt x="586166" y="211273"/>
                </a:cubicBezTo>
                <a:cubicBezTo>
                  <a:pt x="582018" y="221859"/>
                  <a:pt x="570033" y="226922"/>
                  <a:pt x="559432" y="222626"/>
                </a:cubicBezTo>
                <a:cubicBezTo>
                  <a:pt x="548830" y="218484"/>
                  <a:pt x="543760" y="206517"/>
                  <a:pt x="548062" y="195930"/>
                </a:cubicBezTo>
                <a:cubicBezTo>
                  <a:pt x="573260" y="133180"/>
                  <a:pt x="573721" y="83164"/>
                  <a:pt x="549445" y="58923"/>
                </a:cubicBezTo>
                <a:cubicBezTo>
                  <a:pt x="525630" y="34989"/>
                  <a:pt x="476617" y="35142"/>
                  <a:pt x="415005" y="59230"/>
                </a:cubicBezTo>
                <a:cubicBezTo>
                  <a:pt x="390883" y="68589"/>
                  <a:pt x="365992" y="81170"/>
                  <a:pt x="340794" y="96512"/>
                </a:cubicBezTo>
                <a:cubicBezTo>
                  <a:pt x="372138" y="119679"/>
                  <a:pt x="403021" y="146375"/>
                  <a:pt x="432367" y="175832"/>
                </a:cubicBezTo>
                <a:cubicBezTo>
                  <a:pt x="503812" y="247021"/>
                  <a:pt x="558817" y="326494"/>
                  <a:pt x="587395" y="399524"/>
                </a:cubicBezTo>
                <a:cubicBezTo>
                  <a:pt x="618278" y="477923"/>
                  <a:pt x="615052" y="541287"/>
                  <a:pt x="578484" y="577649"/>
                </a:cubicBezTo>
                <a:cubicBezTo>
                  <a:pt x="558664" y="597594"/>
                  <a:pt x="530854" y="607566"/>
                  <a:pt x="496898" y="607566"/>
                </a:cubicBezTo>
                <a:cubicBezTo>
                  <a:pt x="467706" y="607566"/>
                  <a:pt x="433903" y="600202"/>
                  <a:pt x="396875" y="585320"/>
                </a:cubicBezTo>
                <a:cubicBezTo>
                  <a:pt x="386273" y="581177"/>
                  <a:pt x="381203" y="569210"/>
                  <a:pt x="385505" y="558624"/>
                </a:cubicBezTo>
                <a:cubicBezTo>
                  <a:pt x="389654" y="548191"/>
                  <a:pt x="401638" y="542975"/>
                  <a:pt x="412086" y="547271"/>
                </a:cubicBezTo>
                <a:cubicBezTo>
                  <a:pt x="475080" y="572432"/>
                  <a:pt x="525169" y="572892"/>
                  <a:pt x="549445" y="548652"/>
                </a:cubicBezTo>
                <a:cubicBezTo>
                  <a:pt x="573414" y="524871"/>
                  <a:pt x="573260" y="475929"/>
                  <a:pt x="549138" y="414406"/>
                </a:cubicBezTo>
                <a:cubicBezTo>
                  <a:pt x="539765" y="390318"/>
                  <a:pt x="527166" y="365464"/>
                  <a:pt x="511802" y="340302"/>
                </a:cubicBezTo>
                <a:cubicBezTo>
                  <a:pt x="488448" y="371754"/>
                  <a:pt x="461867" y="402439"/>
                  <a:pt x="432367" y="431743"/>
                </a:cubicBezTo>
                <a:cubicBezTo>
                  <a:pt x="361075" y="503085"/>
                  <a:pt x="281487" y="558010"/>
                  <a:pt x="208352" y="586547"/>
                </a:cubicBezTo>
                <a:cubicBezTo>
                  <a:pt x="172552" y="600509"/>
                  <a:pt x="139980" y="607566"/>
                  <a:pt x="111555" y="607566"/>
                </a:cubicBezTo>
                <a:cubicBezTo>
                  <a:pt x="77599" y="607566"/>
                  <a:pt x="49790" y="597594"/>
                  <a:pt x="29816" y="577649"/>
                </a:cubicBezTo>
                <a:cubicBezTo>
                  <a:pt x="-6598" y="541287"/>
                  <a:pt x="-9825" y="477923"/>
                  <a:pt x="21058" y="399524"/>
                </a:cubicBezTo>
                <a:cubicBezTo>
                  <a:pt x="33196" y="368379"/>
                  <a:pt x="50251" y="336160"/>
                  <a:pt x="71146" y="303787"/>
                </a:cubicBezTo>
                <a:cubicBezTo>
                  <a:pt x="50251" y="271415"/>
                  <a:pt x="33196" y="239196"/>
                  <a:pt x="21058" y="208051"/>
                </a:cubicBezTo>
                <a:cubicBezTo>
                  <a:pt x="-9825" y="129498"/>
                  <a:pt x="-6598" y="66287"/>
                  <a:pt x="29816" y="29773"/>
                </a:cubicBezTo>
                <a:cubicBezTo>
                  <a:pt x="48100" y="11592"/>
                  <a:pt x="73067" y="1696"/>
                  <a:pt x="103297" y="20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stack-of-books_67879"/>
          <p:cNvSpPr>
            <a:spLocks noChangeAspect="1"/>
          </p:cNvSpPr>
          <p:nvPr/>
        </p:nvSpPr>
        <p:spPr bwMode="auto">
          <a:xfrm>
            <a:off x="4409075" y="2356498"/>
            <a:ext cx="449675" cy="550663"/>
          </a:xfrm>
          <a:custGeom>
            <a:avLst/>
            <a:gdLst>
              <a:gd name="connsiteX0" fmla="*/ 51668 w 496145"/>
              <a:gd name="connsiteY0" fmla="*/ 377105 h 607568"/>
              <a:gd name="connsiteX1" fmla="*/ 50820 w 496145"/>
              <a:gd name="connsiteY1" fmla="*/ 378046 h 607568"/>
              <a:gd name="connsiteX2" fmla="*/ 50820 w 496145"/>
              <a:gd name="connsiteY2" fmla="*/ 565614 h 607568"/>
              <a:gd name="connsiteX3" fmla="*/ 51668 w 496145"/>
              <a:gd name="connsiteY3" fmla="*/ 566555 h 607568"/>
              <a:gd name="connsiteX4" fmla="*/ 109224 w 496145"/>
              <a:gd name="connsiteY4" fmla="*/ 566555 h 607568"/>
              <a:gd name="connsiteX5" fmla="*/ 110071 w 496145"/>
              <a:gd name="connsiteY5" fmla="*/ 565614 h 607568"/>
              <a:gd name="connsiteX6" fmla="*/ 110071 w 496145"/>
              <a:gd name="connsiteY6" fmla="*/ 378046 h 607568"/>
              <a:gd name="connsiteX7" fmla="*/ 109224 w 496145"/>
              <a:gd name="connsiteY7" fmla="*/ 377105 h 607568"/>
              <a:gd name="connsiteX8" fmla="*/ 15073 w 496145"/>
              <a:gd name="connsiteY8" fmla="*/ 232654 h 607568"/>
              <a:gd name="connsiteX9" fmla="*/ 135937 w 496145"/>
              <a:gd name="connsiteY9" fmla="*/ 232654 h 607568"/>
              <a:gd name="connsiteX10" fmla="*/ 151010 w 496145"/>
              <a:gd name="connsiteY10" fmla="*/ 247685 h 607568"/>
              <a:gd name="connsiteX11" fmla="*/ 135937 w 496145"/>
              <a:gd name="connsiteY11" fmla="*/ 262715 h 607568"/>
              <a:gd name="connsiteX12" fmla="*/ 15073 w 496145"/>
              <a:gd name="connsiteY12" fmla="*/ 262715 h 607568"/>
              <a:gd name="connsiteX13" fmla="*/ 0 w 496145"/>
              <a:gd name="connsiteY13" fmla="*/ 247685 h 607568"/>
              <a:gd name="connsiteX14" fmla="*/ 15073 w 496145"/>
              <a:gd name="connsiteY14" fmla="*/ 232654 h 607568"/>
              <a:gd name="connsiteX15" fmla="*/ 360208 w 496145"/>
              <a:gd name="connsiteY15" fmla="*/ 232584 h 607568"/>
              <a:gd name="connsiteX16" fmla="*/ 481072 w 496145"/>
              <a:gd name="connsiteY16" fmla="*/ 232584 h 607568"/>
              <a:gd name="connsiteX17" fmla="*/ 496145 w 496145"/>
              <a:gd name="connsiteY17" fmla="*/ 247649 h 607568"/>
              <a:gd name="connsiteX18" fmla="*/ 481072 w 496145"/>
              <a:gd name="connsiteY18" fmla="*/ 262715 h 607568"/>
              <a:gd name="connsiteX19" fmla="*/ 360208 w 496145"/>
              <a:gd name="connsiteY19" fmla="*/ 262715 h 607568"/>
              <a:gd name="connsiteX20" fmla="*/ 345135 w 496145"/>
              <a:gd name="connsiteY20" fmla="*/ 247649 h 607568"/>
              <a:gd name="connsiteX21" fmla="*/ 360208 w 496145"/>
              <a:gd name="connsiteY21" fmla="*/ 232584 h 607568"/>
              <a:gd name="connsiteX22" fmla="*/ 230459 w 496145"/>
              <a:gd name="connsiteY22" fmla="*/ 222272 h 607568"/>
              <a:gd name="connsiteX23" fmla="*/ 230459 w 496145"/>
              <a:gd name="connsiteY23" fmla="*/ 283227 h 607568"/>
              <a:gd name="connsiteX24" fmla="*/ 185243 w 496145"/>
              <a:gd name="connsiteY24" fmla="*/ 364689 h 607568"/>
              <a:gd name="connsiteX25" fmla="*/ 141723 w 496145"/>
              <a:gd name="connsiteY25" fmla="*/ 386136 h 607568"/>
              <a:gd name="connsiteX26" fmla="*/ 141157 w 496145"/>
              <a:gd name="connsiteY26" fmla="*/ 386324 h 607568"/>
              <a:gd name="connsiteX27" fmla="*/ 140215 w 496145"/>
              <a:gd name="connsiteY27" fmla="*/ 386512 h 607568"/>
              <a:gd name="connsiteX28" fmla="*/ 140215 w 496145"/>
              <a:gd name="connsiteY28" fmla="*/ 547836 h 607568"/>
              <a:gd name="connsiteX29" fmla="*/ 140592 w 496145"/>
              <a:gd name="connsiteY29" fmla="*/ 549623 h 607568"/>
              <a:gd name="connsiteX30" fmla="*/ 173279 w 496145"/>
              <a:gd name="connsiteY30" fmla="*/ 577561 h 607568"/>
              <a:gd name="connsiteX31" fmla="*/ 230459 w 496145"/>
              <a:gd name="connsiteY31" fmla="*/ 577561 h 607568"/>
              <a:gd name="connsiteX32" fmla="*/ 236299 w 496145"/>
              <a:gd name="connsiteY32" fmla="*/ 577561 h 607568"/>
              <a:gd name="connsiteX33" fmla="*/ 353295 w 496145"/>
              <a:gd name="connsiteY33" fmla="*/ 577561 h 607568"/>
              <a:gd name="connsiteX34" fmla="*/ 397569 w 496145"/>
              <a:gd name="connsiteY34" fmla="*/ 542662 h 607568"/>
              <a:gd name="connsiteX35" fmla="*/ 397757 w 496145"/>
              <a:gd name="connsiteY35" fmla="*/ 542098 h 607568"/>
              <a:gd name="connsiteX36" fmla="*/ 420930 w 496145"/>
              <a:gd name="connsiteY36" fmla="*/ 397612 h 607568"/>
              <a:gd name="connsiteX37" fmla="*/ 409532 w 496145"/>
              <a:gd name="connsiteY37" fmla="*/ 365347 h 607568"/>
              <a:gd name="connsiteX38" fmla="*/ 388525 w 496145"/>
              <a:gd name="connsiteY38" fmla="*/ 357445 h 607568"/>
              <a:gd name="connsiteX39" fmla="*/ 374867 w 496145"/>
              <a:gd name="connsiteY39" fmla="*/ 357445 h 607568"/>
              <a:gd name="connsiteX40" fmla="*/ 325600 w 496145"/>
              <a:gd name="connsiteY40" fmla="*/ 357445 h 607568"/>
              <a:gd name="connsiteX41" fmla="*/ 287167 w 496145"/>
              <a:gd name="connsiteY41" fmla="*/ 357445 h 607568"/>
              <a:gd name="connsiteX42" fmla="*/ 272095 w 496145"/>
              <a:gd name="connsiteY42" fmla="*/ 342395 h 607568"/>
              <a:gd name="connsiteX43" fmla="*/ 272095 w 496145"/>
              <a:gd name="connsiteY43" fmla="*/ 266483 h 607568"/>
              <a:gd name="connsiteX44" fmla="*/ 258530 w 496145"/>
              <a:gd name="connsiteY44" fmla="*/ 227916 h 607568"/>
              <a:gd name="connsiteX45" fmla="*/ 230459 w 496145"/>
              <a:gd name="connsiteY45" fmla="*/ 222272 h 607568"/>
              <a:gd name="connsiteX46" fmla="*/ 234073 w 496145"/>
              <a:gd name="connsiteY46" fmla="*/ 191983 h 607568"/>
              <a:gd name="connsiteX47" fmla="*/ 276428 w 496145"/>
              <a:gd name="connsiteY47" fmla="*/ 203647 h 607568"/>
              <a:gd name="connsiteX48" fmla="*/ 302239 w 496145"/>
              <a:gd name="connsiteY48" fmla="*/ 266671 h 607568"/>
              <a:gd name="connsiteX49" fmla="*/ 302239 w 496145"/>
              <a:gd name="connsiteY49" fmla="*/ 327438 h 607568"/>
              <a:gd name="connsiteX50" fmla="*/ 325600 w 496145"/>
              <a:gd name="connsiteY50" fmla="*/ 327438 h 607568"/>
              <a:gd name="connsiteX51" fmla="*/ 374867 w 496145"/>
              <a:gd name="connsiteY51" fmla="*/ 327438 h 607568"/>
              <a:gd name="connsiteX52" fmla="*/ 388525 w 496145"/>
              <a:gd name="connsiteY52" fmla="*/ 327438 h 607568"/>
              <a:gd name="connsiteX53" fmla="*/ 429125 w 496145"/>
              <a:gd name="connsiteY53" fmla="*/ 342677 h 607568"/>
              <a:gd name="connsiteX54" fmla="*/ 450697 w 496145"/>
              <a:gd name="connsiteY54" fmla="*/ 402221 h 607568"/>
              <a:gd name="connsiteX55" fmla="*/ 427524 w 496145"/>
              <a:gd name="connsiteY55" fmla="*/ 546425 h 607568"/>
              <a:gd name="connsiteX56" fmla="*/ 399453 w 496145"/>
              <a:gd name="connsiteY56" fmla="*/ 594963 h 607568"/>
              <a:gd name="connsiteX57" fmla="*/ 353295 w 496145"/>
              <a:gd name="connsiteY57" fmla="*/ 607568 h 607568"/>
              <a:gd name="connsiteX58" fmla="*/ 236299 w 496145"/>
              <a:gd name="connsiteY58" fmla="*/ 607568 h 607568"/>
              <a:gd name="connsiteX59" fmla="*/ 230459 w 496145"/>
              <a:gd name="connsiteY59" fmla="*/ 607568 h 607568"/>
              <a:gd name="connsiteX60" fmla="*/ 173279 w 496145"/>
              <a:gd name="connsiteY60" fmla="*/ 607568 h 607568"/>
              <a:gd name="connsiteX61" fmla="*/ 129100 w 496145"/>
              <a:gd name="connsiteY61" fmla="*/ 589319 h 607568"/>
              <a:gd name="connsiteX62" fmla="*/ 109224 w 496145"/>
              <a:gd name="connsiteY62" fmla="*/ 596656 h 607568"/>
              <a:gd name="connsiteX63" fmla="*/ 51668 w 496145"/>
              <a:gd name="connsiteY63" fmla="*/ 596656 h 607568"/>
              <a:gd name="connsiteX64" fmla="*/ 20676 w 496145"/>
              <a:gd name="connsiteY64" fmla="*/ 565614 h 607568"/>
              <a:gd name="connsiteX65" fmla="*/ 20676 w 496145"/>
              <a:gd name="connsiteY65" fmla="*/ 378046 h 607568"/>
              <a:gd name="connsiteX66" fmla="*/ 51668 w 496145"/>
              <a:gd name="connsiteY66" fmla="*/ 347004 h 607568"/>
              <a:gd name="connsiteX67" fmla="*/ 108941 w 496145"/>
              <a:gd name="connsiteY67" fmla="*/ 347004 h 607568"/>
              <a:gd name="connsiteX68" fmla="*/ 132208 w 496145"/>
              <a:gd name="connsiteY68" fmla="*/ 357445 h 607568"/>
              <a:gd name="connsiteX69" fmla="*/ 133716 w 496145"/>
              <a:gd name="connsiteY69" fmla="*/ 357069 h 607568"/>
              <a:gd name="connsiteX70" fmla="*/ 168381 w 496145"/>
              <a:gd name="connsiteY70" fmla="*/ 339667 h 607568"/>
              <a:gd name="connsiteX71" fmla="*/ 200315 w 496145"/>
              <a:gd name="connsiteY71" fmla="*/ 283227 h 607568"/>
              <a:gd name="connsiteX72" fmla="*/ 200315 w 496145"/>
              <a:gd name="connsiteY72" fmla="*/ 209855 h 607568"/>
              <a:gd name="connsiteX73" fmla="*/ 210865 w 496145"/>
              <a:gd name="connsiteY73" fmla="*/ 195557 h 607568"/>
              <a:gd name="connsiteX74" fmla="*/ 234073 w 496145"/>
              <a:gd name="connsiteY74" fmla="*/ 191983 h 607568"/>
              <a:gd name="connsiteX75" fmla="*/ 402143 w 496145"/>
              <a:gd name="connsiteY75" fmla="*/ 72539 h 607568"/>
              <a:gd name="connsiteX76" fmla="*/ 423526 w 496145"/>
              <a:gd name="connsiteY76" fmla="*/ 72539 h 607568"/>
              <a:gd name="connsiteX77" fmla="*/ 423526 w 496145"/>
              <a:gd name="connsiteY77" fmla="*/ 93794 h 607568"/>
              <a:gd name="connsiteX78" fmla="*/ 337994 w 496145"/>
              <a:gd name="connsiteY78" fmla="*/ 179191 h 607568"/>
              <a:gd name="connsiteX79" fmla="*/ 327349 w 496145"/>
              <a:gd name="connsiteY79" fmla="*/ 183611 h 607568"/>
              <a:gd name="connsiteX80" fmla="*/ 316610 w 496145"/>
              <a:gd name="connsiteY80" fmla="*/ 179191 h 607568"/>
              <a:gd name="connsiteX81" fmla="*/ 316610 w 496145"/>
              <a:gd name="connsiteY81" fmla="*/ 157936 h 607568"/>
              <a:gd name="connsiteX82" fmla="*/ 72619 w 496145"/>
              <a:gd name="connsiteY82" fmla="*/ 72539 h 607568"/>
              <a:gd name="connsiteX83" fmla="*/ 93908 w 496145"/>
              <a:gd name="connsiteY83" fmla="*/ 72539 h 607568"/>
              <a:gd name="connsiteX84" fmla="*/ 179440 w 496145"/>
              <a:gd name="connsiteY84" fmla="*/ 157936 h 607568"/>
              <a:gd name="connsiteX85" fmla="*/ 179440 w 496145"/>
              <a:gd name="connsiteY85" fmla="*/ 179191 h 607568"/>
              <a:gd name="connsiteX86" fmla="*/ 168796 w 496145"/>
              <a:gd name="connsiteY86" fmla="*/ 183611 h 607568"/>
              <a:gd name="connsiteX87" fmla="*/ 158151 w 496145"/>
              <a:gd name="connsiteY87" fmla="*/ 179191 h 607568"/>
              <a:gd name="connsiteX88" fmla="*/ 72619 w 496145"/>
              <a:gd name="connsiteY88" fmla="*/ 93794 h 607568"/>
              <a:gd name="connsiteX89" fmla="*/ 72619 w 496145"/>
              <a:gd name="connsiteY89" fmla="*/ 72539 h 607568"/>
              <a:gd name="connsiteX90" fmla="*/ 248001 w 496145"/>
              <a:gd name="connsiteY90" fmla="*/ 0 h 607568"/>
              <a:gd name="connsiteX91" fmla="*/ 263067 w 496145"/>
              <a:gd name="connsiteY91" fmla="*/ 15052 h 607568"/>
              <a:gd name="connsiteX92" fmla="*/ 263067 w 496145"/>
              <a:gd name="connsiteY92" fmla="*/ 135746 h 607568"/>
              <a:gd name="connsiteX93" fmla="*/ 248001 w 496145"/>
              <a:gd name="connsiteY93" fmla="*/ 150798 h 607568"/>
              <a:gd name="connsiteX94" fmla="*/ 232936 w 496145"/>
              <a:gd name="connsiteY94" fmla="*/ 135746 h 607568"/>
              <a:gd name="connsiteX95" fmla="*/ 232936 w 496145"/>
              <a:gd name="connsiteY95" fmla="*/ 15052 h 607568"/>
              <a:gd name="connsiteX96" fmla="*/ 248001 w 496145"/>
              <a:gd name="connsiteY96"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496145" h="607568">
                <a:moveTo>
                  <a:pt x="51668" y="377105"/>
                </a:moveTo>
                <a:cubicBezTo>
                  <a:pt x="51197" y="377105"/>
                  <a:pt x="50820" y="377482"/>
                  <a:pt x="50820" y="378046"/>
                </a:cubicBezTo>
                <a:lnTo>
                  <a:pt x="50820" y="565614"/>
                </a:lnTo>
                <a:cubicBezTo>
                  <a:pt x="50820" y="566179"/>
                  <a:pt x="51197" y="566555"/>
                  <a:pt x="51668" y="566555"/>
                </a:cubicBezTo>
                <a:lnTo>
                  <a:pt x="109224" y="566555"/>
                </a:lnTo>
                <a:cubicBezTo>
                  <a:pt x="109695" y="566555"/>
                  <a:pt x="110071" y="566179"/>
                  <a:pt x="110071" y="565614"/>
                </a:cubicBezTo>
                <a:lnTo>
                  <a:pt x="110071" y="378046"/>
                </a:lnTo>
                <a:cubicBezTo>
                  <a:pt x="110071" y="377482"/>
                  <a:pt x="109695" y="377105"/>
                  <a:pt x="109224" y="377105"/>
                </a:cubicBezTo>
                <a:close/>
                <a:moveTo>
                  <a:pt x="15073" y="232654"/>
                </a:moveTo>
                <a:lnTo>
                  <a:pt x="135937" y="232654"/>
                </a:lnTo>
                <a:cubicBezTo>
                  <a:pt x="144227" y="232654"/>
                  <a:pt x="151010" y="239418"/>
                  <a:pt x="151010" y="247685"/>
                </a:cubicBezTo>
                <a:cubicBezTo>
                  <a:pt x="151010" y="255951"/>
                  <a:pt x="144227" y="262715"/>
                  <a:pt x="135937" y="262715"/>
                </a:cubicBezTo>
                <a:lnTo>
                  <a:pt x="15073" y="262715"/>
                </a:lnTo>
                <a:cubicBezTo>
                  <a:pt x="6783" y="262715"/>
                  <a:pt x="0" y="255951"/>
                  <a:pt x="0" y="247685"/>
                </a:cubicBezTo>
                <a:cubicBezTo>
                  <a:pt x="0" y="239418"/>
                  <a:pt x="6783" y="232654"/>
                  <a:pt x="15073" y="232654"/>
                </a:cubicBezTo>
                <a:close/>
                <a:moveTo>
                  <a:pt x="360208" y="232584"/>
                </a:moveTo>
                <a:lnTo>
                  <a:pt x="481072" y="232584"/>
                </a:lnTo>
                <a:cubicBezTo>
                  <a:pt x="489456" y="232584"/>
                  <a:pt x="496145" y="239363"/>
                  <a:pt x="496145" y="247649"/>
                </a:cubicBezTo>
                <a:cubicBezTo>
                  <a:pt x="496145" y="255936"/>
                  <a:pt x="489362" y="262715"/>
                  <a:pt x="481072" y="262715"/>
                </a:cubicBezTo>
                <a:lnTo>
                  <a:pt x="360208" y="262715"/>
                </a:lnTo>
                <a:cubicBezTo>
                  <a:pt x="351918" y="262715"/>
                  <a:pt x="345135" y="255936"/>
                  <a:pt x="345135" y="247649"/>
                </a:cubicBezTo>
                <a:cubicBezTo>
                  <a:pt x="345135" y="239363"/>
                  <a:pt x="351918" y="232584"/>
                  <a:pt x="360208" y="232584"/>
                </a:cubicBezTo>
                <a:close/>
                <a:moveTo>
                  <a:pt x="230459" y="222272"/>
                </a:moveTo>
                <a:lnTo>
                  <a:pt x="230459" y="283227"/>
                </a:lnTo>
                <a:cubicBezTo>
                  <a:pt x="230459" y="315586"/>
                  <a:pt x="214727" y="343806"/>
                  <a:pt x="185243" y="364689"/>
                </a:cubicBezTo>
                <a:cubicBezTo>
                  <a:pt x="163954" y="379927"/>
                  <a:pt x="142664" y="385948"/>
                  <a:pt x="141723" y="386136"/>
                </a:cubicBezTo>
                <a:cubicBezTo>
                  <a:pt x="141534" y="386136"/>
                  <a:pt x="141346" y="386324"/>
                  <a:pt x="141157" y="386324"/>
                </a:cubicBezTo>
                <a:lnTo>
                  <a:pt x="140215" y="386512"/>
                </a:lnTo>
                <a:lnTo>
                  <a:pt x="140215" y="547836"/>
                </a:lnTo>
                <a:cubicBezTo>
                  <a:pt x="140404" y="548306"/>
                  <a:pt x="140498" y="548965"/>
                  <a:pt x="140592" y="549623"/>
                </a:cubicBezTo>
                <a:cubicBezTo>
                  <a:pt x="143135" y="565520"/>
                  <a:pt x="157171" y="577561"/>
                  <a:pt x="173279" y="577561"/>
                </a:cubicBezTo>
                <a:lnTo>
                  <a:pt x="230459" y="577561"/>
                </a:lnTo>
                <a:lnTo>
                  <a:pt x="236299" y="577561"/>
                </a:lnTo>
                <a:lnTo>
                  <a:pt x="353295" y="577561"/>
                </a:lnTo>
                <a:cubicBezTo>
                  <a:pt x="393330" y="577561"/>
                  <a:pt x="396627" y="551316"/>
                  <a:pt x="397569" y="542662"/>
                </a:cubicBezTo>
                <a:cubicBezTo>
                  <a:pt x="397757" y="542474"/>
                  <a:pt x="397757" y="542192"/>
                  <a:pt x="397757" y="542098"/>
                </a:cubicBezTo>
                <a:lnTo>
                  <a:pt x="420930" y="397612"/>
                </a:lnTo>
                <a:cubicBezTo>
                  <a:pt x="422814" y="385383"/>
                  <a:pt x="418575" y="373155"/>
                  <a:pt x="409532" y="365347"/>
                </a:cubicBezTo>
                <a:cubicBezTo>
                  <a:pt x="403503" y="360362"/>
                  <a:pt x="396061" y="357445"/>
                  <a:pt x="388525" y="357445"/>
                </a:cubicBezTo>
                <a:lnTo>
                  <a:pt x="374867" y="357445"/>
                </a:lnTo>
                <a:lnTo>
                  <a:pt x="325600" y="357445"/>
                </a:lnTo>
                <a:lnTo>
                  <a:pt x="287167" y="357445"/>
                </a:lnTo>
                <a:cubicBezTo>
                  <a:pt x="278877" y="357445"/>
                  <a:pt x="272095" y="350673"/>
                  <a:pt x="272095" y="342395"/>
                </a:cubicBezTo>
                <a:lnTo>
                  <a:pt x="272095" y="266483"/>
                </a:lnTo>
                <a:cubicBezTo>
                  <a:pt x="272095" y="247576"/>
                  <a:pt x="267573" y="234501"/>
                  <a:pt x="258530" y="227916"/>
                </a:cubicBezTo>
                <a:cubicBezTo>
                  <a:pt x="250146" y="221708"/>
                  <a:pt x="238748" y="221331"/>
                  <a:pt x="230459" y="222272"/>
                </a:cubicBezTo>
                <a:close/>
                <a:moveTo>
                  <a:pt x="234073" y="191983"/>
                </a:moveTo>
                <a:cubicBezTo>
                  <a:pt x="246873" y="191607"/>
                  <a:pt x="262863" y="193770"/>
                  <a:pt x="276428" y="203647"/>
                </a:cubicBezTo>
                <a:cubicBezTo>
                  <a:pt x="293572" y="216346"/>
                  <a:pt x="302239" y="237511"/>
                  <a:pt x="302239" y="266671"/>
                </a:cubicBezTo>
                <a:lnTo>
                  <a:pt x="302239" y="327438"/>
                </a:lnTo>
                <a:lnTo>
                  <a:pt x="325600" y="327438"/>
                </a:lnTo>
                <a:lnTo>
                  <a:pt x="374867" y="327438"/>
                </a:lnTo>
                <a:lnTo>
                  <a:pt x="388525" y="327438"/>
                </a:lnTo>
                <a:cubicBezTo>
                  <a:pt x="403221" y="327438"/>
                  <a:pt x="417727" y="332894"/>
                  <a:pt x="429125" y="342677"/>
                </a:cubicBezTo>
                <a:cubicBezTo>
                  <a:pt x="446081" y="357069"/>
                  <a:pt x="454371" y="379927"/>
                  <a:pt x="450697" y="402221"/>
                </a:cubicBezTo>
                <a:lnTo>
                  <a:pt x="427524" y="546425"/>
                </a:lnTo>
                <a:cubicBezTo>
                  <a:pt x="424698" y="567778"/>
                  <a:pt x="415090" y="584428"/>
                  <a:pt x="399453" y="594963"/>
                </a:cubicBezTo>
                <a:cubicBezTo>
                  <a:pt x="387301" y="603147"/>
                  <a:pt x="371381" y="607568"/>
                  <a:pt x="353295" y="607568"/>
                </a:cubicBezTo>
                <a:lnTo>
                  <a:pt x="236299" y="607568"/>
                </a:lnTo>
                <a:lnTo>
                  <a:pt x="230459" y="607568"/>
                </a:lnTo>
                <a:lnTo>
                  <a:pt x="173279" y="607568"/>
                </a:lnTo>
                <a:cubicBezTo>
                  <a:pt x="156323" y="607568"/>
                  <a:pt x="140592" y="600607"/>
                  <a:pt x="129100" y="589319"/>
                </a:cubicBezTo>
                <a:cubicBezTo>
                  <a:pt x="123825" y="593834"/>
                  <a:pt x="116760" y="596656"/>
                  <a:pt x="109224" y="596656"/>
                </a:cubicBezTo>
                <a:lnTo>
                  <a:pt x="51668" y="596656"/>
                </a:lnTo>
                <a:cubicBezTo>
                  <a:pt x="34618" y="596656"/>
                  <a:pt x="20676" y="582734"/>
                  <a:pt x="20676" y="565614"/>
                </a:cubicBezTo>
                <a:lnTo>
                  <a:pt x="20676" y="378046"/>
                </a:lnTo>
                <a:cubicBezTo>
                  <a:pt x="20676" y="360926"/>
                  <a:pt x="34618" y="347004"/>
                  <a:pt x="51668" y="347004"/>
                </a:cubicBezTo>
                <a:lnTo>
                  <a:pt x="108941" y="347004"/>
                </a:lnTo>
                <a:cubicBezTo>
                  <a:pt x="118267" y="347004"/>
                  <a:pt x="126556" y="351049"/>
                  <a:pt x="132208" y="357445"/>
                </a:cubicBezTo>
                <a:lnTo>
                  <a:pt x="133716" y="357069"/>
                </a:lnTo>
                <a:cubicBezTo>
                  <a:pt x="135882" y="356411"/>
                  <a:pt x="152273" y="351143"/>
                  <a:pt x="168381" y="339667"/>
                </a:cubicBezTo>
                <a:cubicBezTo>
                  <a:pt x="189576" y="324428"/>
                  <a:pt x="200315" y="305521"/>
                  <a:pt x="200315" y="283227"/>
                </a:cubicBezTo>
                <a:lnTo>
                  <a:pt x="200315" y="209855"/>
                </a:lnTo>
                <a:cubicBezTo>
                  <a:pt x="200315" y="203271"/>
                  <a:pt x="204554" y="197533"/>
                  <a:pt x="210865" y="195557"/>
                </a:cubicBezTo>
                <a:cubicBezTo>
                  <a:pt x="211666" y="195275"/>
                  <a:pt x="221274" y="192359"/>
                  <a:pt x="234073" y="191983"/>
                </a:cubicBezTo>
                <a:close/>
                <a:moveTo>
                  <a:pt x="402143" y="72539"/>
                </a:moveTo>
                <a:cubicBezTo>
                  <a:pt x="408078" y="66614"/>
                  <a:pt x="417592" y="66614"/>
                  <a:pt x="423526" y="72539"/>
                </a:cubicBezTo>
                <a:cubicBezTo>
                  <a:pt x="429461" y="78370"/>
                  <a:pt x="429461" y="87963"/>
                  <a:pt x="423526" y="93794"/>
                </a:cubicBezTo>
                <a:lnTo>
                  <a:pt x="337994" y="179191"/>
                </a:lnTo>
                <a:cubicBezTo>
                  <a:pt x="334979" y="182106"/>
                  <a:pt x="331211" y="183611"/>
                  <a:pt x="327349" y="183611"/>
                </a:cubicBezTo>
                <a:cubicBezTo>
                  <a:pt x="323581" y="183611"/>
                  <a:pt x="319625" y="182106"/>
                  <a:pt x="316610" y="179191"/>
                </a:cubicBezTo>
                <a:cubicBezTo>
                  <a:pt x="310770" y="173360"/>
                  <a:pt x="310770" y="163767"/>
                  <a:pt x="316610" y="157936"/>
                </a:cubicBezTo>
                <a:close/>
                <a:moveTo>
                  <a:pt x="72619" y="72539"/>
                </a:moveTo>
                <a:cubicBezTo>
                  <a:pt x="78459" y="66614"/>
                  <a:pt x="88067" y="66614"/>
                  <a:pt x="93908" y="72539"/>
                </a:cubicBezTo>
                <a:lnTo>
                  <a:pt x="179440" y="157936"/>
                </a:lnTo>
                <a:cubicBezTo>
                  <a:pt x="185375" y="163767"/>
                  <a:pt x="185375" y="173360"/>
                  <a:pt x="179440" y="179191"/>
                </a:cubicBezTo>
                <a:cubicBezTo>
                  <a:pt x="176426" y="182106"/>
                  <a:pt x="172658" y="183611"/>
                  <a:pt x="168796" y="183611"/>
                </a:cubicBezTo>
                <a:cubicBezTo>
                  <a:pt x="164934" y="183611"/>
                  <a:pt x="160977" y="182106"/>
                  <a:pt x="158151" y="179191"/>
                </a:cubicBezTo>
                <a:lnTo>
                  <a:pt x="72619" y="93794"/>
                </a:lnTo>
                <a:cubicBezTo>
                  <a:pt x="66684" y="87963"/>
                  <a:pt x="66684" y="78370"/>
                  <a:pt x="72619" y="72539"/>
                </a:cubicBezTo>
                <a:close/>
                <a:moveTo>
                  <a:pt x="248001" y="0"/>
                </a:moveTo>
                <a:cubicBezTo>
                  <a:pt x="256288" y="0"/>
                  <a:pt x="263067" y="6773"/>
                  <a:pt x="263067" y="15052"/>
                </a:cubicBezTo>
                <a:lnTo>
                  <a:pt x="263067" y="135746"/>
                </a:lnTo>
                <a:cubicBezTo>
                  <a:pt x="263067" y="144025"/>
                  <a:pt x="256288" y="150798"/>
                  <a:pt x="248001" y="150798"/>
                </a:cubicBezTo>
                <a:cubicBezTo>
                  <a:pt x="239715" y="150798"/>
                  <a:pt x="232936" y="144025"/>
                  <a:pt x="232936" y="135746"/>
                </a:cubicBezTo>
                <a:lnTo>
                  <a:pt x="232936" y="15052"/>
                </a:lnTo>
                <a:cubicBezTo>
                  <a:pt x="232936" y="6773"/>
                  <a:pt x="239715" y="0"/>
                  <a:pt x="248001"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8" name="stack-of-books_67879"/>
          <p:cNvSpPr>
            <a:spLocks noChangeAspect="1"/>
          </p:cNvSpPr>
          <p:nvPr/>
        </p:nvSpPr>
        <p:spPr bwMode="auto">
          <a:xfrm>
            <a:off x="7193288" y="2336679"/>
            <a:ext cx="535402" cy="550663"/>
          </a:xfrm>
          <a:custGeom>
            <a:avLst/>
            <a:gdLst>
              <a:gd name="connsiteX0" fmla="*/ 342819 w 586346"/>
              <a:gd name="connsiteY0" fmla="*/ 230593 h 603059"/>
              <a:gd name="connsiteX1" fmla="*/ 372842 w 586346"/>
              <a:gd name="connsiteY1" fmla="*/ 260575 h 603059"/>
              <a:gd name="connsiteX2" fmla="*/ 372842 w 586346"/>
              <a:gd name="connsiteY2" fmla="*/ 395425 h 603059"/>
              <a:gd name="connsiteX3" fmla="*/ 192840 w 586346"/>
              <a:gd name="connsiteY3" fmla="*/ 575180 h 603059"/>
              <a:gd name="connsiteX4" fmla="*/ 57941 w 586346"/>
              <a:gd name="connsiteY4" fmla="*/ 575180 h 603059"/>
              <a:gd name="connsiteX5" fmla="*/ 27918 w 586346"/>
              <a:gd name="connsiteY5" fmla="*/ 545198 h 603059"/>
              <a:gd name="connsiteX6" fmla="*/ 27918 w 586346"/>
              <a:gd name="connsiteY6" fmla="*/ 410348 h 603059"/>
              <a:gd name="connsiteX7" fmla="*/ 120432 w 586346"/>
              <a:gd name="connsiteY7" fmla="*/ 317961 h 603059"/>
              <a:gd name="connsiteX8" fmla="*/ 135376 w 586346"/>
              <a:gd name="connsiteY8" fmla="*/ 333020 h 603059"/>
              <a:gd name="connsiteX9" fmla="*/ 42862 w 586346"/>
              <a:gd name="connsiteY9" fmla="*/ 425407 h 603059"/>
              <a:gd name="connsiteX10" fmla="*/ 42862 w 586346"/>
              <a:gd name="connsiteY10" fmla="*/ 530140 h 603059"/>
              <a:gd name="connsiteX11" fmla="*/ 72884 w 586346"/>
              <a:gd name="connsiteY11" fmla="*/ 560121 h 603059"/>
              <a:gd name="connsiteX12" fmla="*/ 177897 w 586346"/>
              <a:gd name="connsiteY12" fmla="*/ 560121 h 603059"/>
              <a:gd name="connsiteX13" fmla="*/ 357898 w 586346"/>
              <a:gd name="connsiteY13" fmla="*/ 380366 h 603059"/>
              <a:gd name="connsiteX14" fmla="*/ 357898 w 586346"/>
              <a:gd name="connsiteY14" fmla="*/ 275498 h 603059"/>
              <a:gd name="connsiteX15" fmla="*/ 327876 w 586346"/>
              <a:gd name="connsiteY15" fmla="*/ 245652 h 603059"/>
              <a:gd name="connsiteX16" fmla="*/ 461024 w 586346"/>
              <a:gd name="connsiteY16" fmla="*/ 0 h 603059"/>
              <a:gd name="connsiteX17" fmla="*/ 528542 w 586346"/>
              <a:gd name="connsiteY17" fmla="*/ 27777 h 603059"/>
              <a:gd name="connsiteX18" fmla="*/ 558429 w 586346"/>
              <a:gd name="connsiteY18" fmla="*/ 57758 h 603059"/>
              <a:gd name="connsiteX19" fmla="*/ 558429 w 586346"/>
              <a:gd name="connsiteY19" fmla="*/ 192606 h 603059"/>
              <a:gd name="connsiteX20" fmla="*/ 465915 w 586346"/>
              <a:gd name="connsiteY20" fmla="*/ 284993 h 603059"/>
              <a:gd name="connsiteX21" fmla="*/ 450971 w 586346"/>
              <a:gd name="connsiteY21" fmla="*/ 269934 h 603059"/>
              <a:gd name="connsiteX22" fmla="*/ 543485 w 586346"/>
              <a:gd name="connsiteY22" fmla="*/ 177684 h 603059"/>
              <a:gd name="connsiteX23" fmla="*/ 543485 w 586346"/>
              <a:gd name="connsiteY23" fmla="*/ 72817 h 603059"/>
              <a:gd name="connsiteX24" fmla="*/ 513463 w 586346"/>
              <a:gd name="connsiteY24" fmla="*/ 42835 h 603059"/>
              <a:gd name="connsiteX25" fmla="*/ 408450 w 586346"/>
              <a:gd name="connsiteY25" fmla="*/ 42835 h 603059"/>
              <a:gd name="connsiteX26" fmla="*/ 228449 w 586346"/>
              <a:gd name="connsiteY26" fmla="*/ 222588 h 603059"/>
              <a:gd name="connsiteX27" fmla="*/ 228449 w 586346"/>
              <a:gd name="connsiteY27" fmla="*/ 327455 h 603059"/>
              <a:gd name="connsiteX28" fmla="*/ 258471 w 586346"/>
              <a:gd name="connsiteY28" fmla="*/ 357301 h 603059"/>
              <a:gd name="connsiteX29" fmla="*/ 243528 w 586346"/>
              <a:gd name="connsiteY29" fmla="*/ 372359 h 603059"/>
              <a:gd name="connsiteX30" fmla="*/ 213505 w 586346"/>
              <a:gd name="connsiteY30" fmla="*/ 342378 h 603059"/>
              <a:gd name="connsiteX31" fmla="*/ 213505 w 586346"/>
              <a:gd name="connsiteY31" fmla="*/ 207529 h 603059"/>
              <a:gd name="connsiteX32" fmla="*/ 393507 w 586346"/>
              <a:gd name="connsiteY32" fmla="*/ 27777 h 603059"/>
              <a:gd name="connsiteX33" fmla="*/ 461024 w 586346"/>
              <a:gd name="connsiteY33" fmla="*/ 0 h 60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86346" h="603059">
                <a:moveTo>
                  <a:pt x="342819" y="230593"/>
                </a:moveTo>
                <a:lnTo>
                  <a:pt x="372842" y="260575"/>
                </a:lnTo>
                <a:cubicBezTo>
                  <a:pt x="410065" y="297747"/>
                  <a:pt x="410065" y="358253"/>
                  <a:pt x="372842" y="395425"/>
                </a:cubicBezTo>
                <a:lnTo>
                  <a:pt x="192840" y="575180"/>
                </a:lnTo>
                <a:cubicBezTo>
                  <a:pt x="155617" y="612352"/>
                  <a:pt x="95164" y="612352"/>
                  <a:pt x="57941" y="575180"/>
                </a:cubicBezTo>
                <a:lnTo>
                  <a:pt x="27918" y="545198"/>
                </a:lnTo>
                <a:cubicBezTo>
                  <a:pt x="-9305" y="508026"/>
                  <a:pt x="-9305" y="447520"/>
                  <a:pt x="27918" y="410348"/>
                </a:cubicBezTo>
                <a:lnTo>
                  <a:pt x="120432" y="317961"/>
                </a:lnTo>
                <a:lnTo>
                  <a:pt x="135376" y="333020"/>
                </a:lnTo>
                <a:lnTo>
                  <a:pt x="42862" y="425407"/>
                </a:lnTo>
                <a:cubicBezTo>
                  <a:pt x="13925" y="454303"/>
                  <a:pt x="13925" y="501243"/>
                  <a:pt x="42862" y="530140"/>
                </a:cubicBezTo>
                <a:lnTo>
                  <a:pt x="72884" y="560121"/>
                </a:lnTo>
                <a:cubicBezTo>
                  <a:pt x="101821" y="589018"/>
                  <a:pt x="148961" y="589018"/>
                  <a:pt x="177897" y="560121"/>
                </a:cubicBezTo>
                <a:lnTo>
                  <a:pt x="357898" y="380366"/>
                </a:lnTo>
                <a:cubicBezTo>
                  <a:pt x="386835" y="351470"/>
                  <a:pt x="386835" y="304530"/>
                  <a:pt x="357898" y="275498"/>
                </a:cubicBezTo>
                <a:lnTo>
                  <a:pt x="327876" y="245652"/>
                </a:lnTo>
                <a:close/>
                <a:moveTo>
                  <a:pt x="461024" y="0"/>
                </a:moveTo>
                <a:cubicBezTo>
                  <a:pt x="485477" y="0"/>
                  <a:pt x="509930" y="9259"/>
                  <a:pt x="528542" y="27777"/>
                </a:cubicBezTo>
                <a:lnTo>
                  <a:pt x="558429" y="57758"/>
                </a:lnTo>
                <a:cubicBezTo>
                  <a:pt x="595652" y="94930"/>
                  <a:pt x="595652" y="155435"/>
                  <a:pt x="558429" y="192606"/>
                </a:cubicBezTo>
                <a:lnTo>
                  <a:pt x="465915" y="284993"/>
                </a:lnTo>
                <a:lnTo>
                  <a:pt x="450971" y="269934"/>
                </a:lnTo>
                <a:lnTo>
                  <a:pt x="543485" y="177684"/>
                </a:lnTo>
                <a:cubicBezTo>
                  <a:pt x="572422" y="148652"/>
                  <a:pt x="572422" y="101713"/>
                  <a:pt x="543485" y="72817"/>
                </a:cubicBezTo>
                <a:lnTo>
                  <a:pt x="513463" y="42835"/>
                </a:lnTo>
                <a:cubicBezTo>
                  <a:pt x="484526" y="13939"/>
                  <a:pt x="437386" y="13939"/>
                  <a:pt x="408450" y="42835"/>
                </a:cubicBezTo>
                <a:lnTo>
                  <a:pt x="228449" y="222588"/>
                </a:lnTo>
                <a:cubicBezTo>
                  <a:pt x="199512" y="251484"/>
                  <a:pt x="199512" y="298423"/>
                  <a:pt x="228449" y="327455"/>
                </a:cubicBezTo>
                <a:lnTo>
                  <a:pt x="258471" y="357301"/>
                </a:lnTo>
                <a:lnTo>
                  <a:pt x="243528" y="372359"/>
                </a:lnTo>
                <a:lnTo>
                  <a:pt x="213505" y="342378"/>
                </a:lnTo>
                <a:cubicBezTo>
                  <a:pt x="176282" y="305206"/>
                  <a:pt x="176282" y="244701"/>
                  <a:pt x="213505" y="207529"/>
                </a:cubicBezTo>
                <a:lnTo>
                  <a:pt x="393507" y="27777"/>
                </a:lnTo>
                <a:cubicBezTo>
                  <a:pt x="412118" y="9259"/>
                  <a:pt x="436571" y="0"/>
                  <a:pt x="461024"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9" name="stack-of-books_67879"/>
          <p:cNvSpPr>
            <a:spLocks noChangeAspect="1"/>
          </p:cNvSpPr>
          <p:nvPr/>
        </p:nvSpPr>
        <p:spPr bwMode="auto">
          <a:xfrm>
            <a:off x="9891182" y="2414123"/>
            <a:ext cx="550663" cy="503084"/>
          </a:xfrm>
          <a:custGeom>
            <a:avLst/>
            <a:gdLst>
              <a:gd name="connsiteX0" fmla="*/ 119631 w 607639"/>
              <a:gd name="connsiteY0" fmla="*/ 477710 h 555138"/>
              <a:gd name="connsiteX1" fmla="*/ 109930 w 607639"/>
              <a:gd name="connsiteY1" fmla="*/ 487404 h 555138"/>
              <a:gd name="connsiteX2" fmla="*/ 119631 w 607639"/>
              <a:gd name="connsiteY2" fmla="*/ 497098 h 555138"/>
              <a:gd name="connsiteX3" fmla="*/ 129244 w 607639"/>
              <a:gd name="connsiteY3" fmla="*/ 487404 h 555138"/>
              <a:gd name="connsiteX4" fmla="*/ 119631 w 607639"/>
              <a:gd name="connsiteY4" fmla="*/ 477710 h 555138"/>
              <a:gd name="connsiteX5" fmla="*/ 119631 w 607639"/>
              <a:gd name="connsiteY5" fmla="*/ 458322 h 555138"/>
              <a:gd name="connsiteX6" fmla="*/ 147044 w 607639"/>
              <a:gd name="connsiteY6" fmla="*/ 477710 h 555138"/>
              <a:gd name="connsiteX7" fmla="*/ 546213 w 607639"/>
              <a:gd name="connsiteY7" fmla="*/ 477710 h 555138"/>
              <a:gd name="connsiteX8" fmla="*/ 555914 w 607639"/>
              <a:gd name="connsiteY8" fmla="*/ 487404 h 555138"/>
              <a:gd name="connsiteX9" fmla="*/ 546213 w 607639"/>
              <a:gd name="connsiteY9" fmla="*/ 497098 h 555138"/>
              <a:gd name="connsiteX10" fmla="*/ 147044 w 607639"/>
              <a:gd name="connsiteY10" fmla="*/ 497098 h 555138"/>
              <a:gd name="connsiteX11" fmla="*/ 119631 w 607639"/>
              <a:gd name="connsiteY11" fmla="*/ 516397 h 555138"/>
              <a:gd name="connsiteX12" fmla="*/ 92130 w 607639"/>
              <a:gd name="connsiteY12" fmla="*/ 497098 h 555138"/>
              <a:gd name="connsiteX13" fmla="*/ 61425 w 607639"/>
              <a:gd name="connsiteY13" fmla="*/ 497098 h 555138"/>
              <a:gd name="connsiteX14" fmla="*/ 51724 w 607639"/>
              <a:gd name="connsiteY14" fmla="*/ 487404 h 555138"/>
              <a:gd name="connsiteX15" fmla="*/ 61425 w 607639"/>
              <a:gd name="connsiteY15" fmla="*/ 477710 h 555138"/>
              <a:gd name="connsiteX16" fmla="*/ 92130 w 607639"/>
              <a:gd name="connsiteY16" fmla="*/ 477710 h 555138"/>
              <a:gd name="connsiteX17" fmla="*/ 119631 w 607639"/>
              <a:gd name="connsiteY17" fmla="*/ 458322 h 555138"/>
              <a:gd name="connsiteX18" fmla="*/ 19403 w 607639"/>
              <a:gd name="connsiteY18" fmla="*/ 438973 h 555138"/>
              <a:gd name="connsiteX19" fmla="*/ 19403 w 607639"/>
              <a:gd name="connsiteY19" fmla="*/ 535763 h 555138"/>
              <a:gd name="connsiteX20" fmla="*/ 588236 w 607639"/>
              <a:gd name="connsiteY20" fmla="*/ 535763 h 555138"/>
              <a:gd name="connsiteX21" fmla="*/ 588236 w 607639"/>
              <a:gd name="connsiteY21" fmla="*/ 438973 h 555138"/>
              <a:gd name="connsiteX22" fmla="*/ 232579 w 607639"/>
              <a:gd name="connsiteY22" fmla="*/ 107228 h 555138"/>
              <a:gd name="connsiteX23" fmla="*/ 232579 w 607639"/>
              <a:gd name="connsiteY23" fmla="*/ 331869 h 555138"/>
              <a:gd name="connsiteX24" fmla="*/ 427387 w 607639"/>
              <a:gd name="connsiteY24" fmla="*/ 219548 h 555138"/>
              <a:gd name="connsiteX25" fmla="*/ 218073 w 607639"/>
              <a:gd name="connsiteY25" fmla="*/ 82080 h 555138"/>
              <a:gd name="connsiteX26" fmla="*/ 227773 w 607639"/>
              <a:gd name="connsiteY26" fmla="*/ 82080 h 555138"/>
              <a:gd name="connsiteX27" fmla="*/ 451594 w 607639"/>
              <a:gd name="connsiteY27" fmla="*/ 211107 h 555138"/>
              <a:gd name="connsiteX28" fmla="*/ 456488 w 607639"/>
              <a:gd name="connsiteY28" fmla="*/ 219548 h 555138"/>
              <a:gd name="connsiteX29" fmla="*/ 451594 w 607639"/>
              <a:gd name="connsiteY29" fmla="*/ 227901 h 555138"/>
              <a:gd name="connsiteX30" fmla="*/ 227773 w 607639"/>
              <a:gd name="connsiteY30" fmla="*/ 357016 h 555138"/>
              <a:gd name="connsiteX31" fmla="*/ 222879 w 607639"/>
              <a:gd name="connsiteY31" fmla="*/ 358260 h 555138"/>
              <a:gd name="connsiteX32" fmla="*/ 218073 w 607639"/>
              <a:gd name="connsiteY32" fmla="*/ 357016 h 555138"/>
              <a:gd name="connsiteX33" fmla="*/ 213178 w 607639"/>
              <a:gd name="connsiteY33" fmla="*/ 348574 h 555138"/>
              <a:gd name="connsiteX34" fmla="*/ 213178 w 607639"/>
              <a:gd name="connsiteY34" fmla="*/ 90433 h 555138"/>
              <a:gd name="connsiteX35" fmla="*/ 218073 w 607639"/>
              <a:gd name="connsiteY35" fmla="*/ 82080 h 555138"/>
              <a:gd name="connsiteX36" fmla="*/ 9701 w 607639"/>
              <a:gd name="connsiteY36" fmla="*/ 0 h 555138"/>
              <a:gd name="connsiteX37" fmla="*/ 597938 w 607639"/>
              <a:gd name="connsiteY37" fmla="*/ 0 h 555138"/>
              <a:gd name="connsiteX38" fmla="*/ 607639 w 607639"/>
              <a:gd name="connsiteY38" fmla="*/ 9688 h 555138"/>
              <a:gd name="connsiteX39" fmla="*/ 607639 w 607639"/>
              <a:gd name="connsiteY39" fmla="*/ 200156 h 555138"/>
              <a:gd name="connsiteX40" fmla="*/ 597938 w 607639"/>
              <a:gd name="connsiteY40" fmla="*/ 209843 h 555138"/>
              <a:gd name="connsiteX41" fmla="*/ 588236 w 607639"/>
              <a:gd name="connsiteY41" fmla="*/ 200156 h 555138"/>
              <a:gd name="connsiteX42" fmla="*/ 588236 w 607639"/>
              <a:gd name="connsiteY42" fmla="*/ 19375 h 555138"/>
              <a:gd name="connsiteX43" fmla="*/ 19403 w 607639"/>
              <a:gd name="connsiteY43" fmla="*/ 19375 h 555138"/>
              <a:gd name="connsiteX44" fmla="*/ 19403 w 607639"/>
              <a:gd name="connsiteY44" fmla="*/ 419598 h 555138"/>
              <a:gd name="connsiteX45" fmla="*/ 588236 w 607639"/>
              <a:gd name="connsiteY45" fmla="*/ 419598 h 555138"/>
              <a:gd name="connsiteX46" fmla="*/ 588236 w 607639"/>
              <a:gd name="connsiteY46" fmla="*/ 238907 h 555138"/>
              <a:gd name="connsiteX47" fmla="*/ 597938 w 607639"/>
              <a:gd name="connsiteY47" fmla="*/ 229219 h 555138"/>
              <a:gd name="connsiteX48" fmla="*/ 607639 w 607639"/>
              <a:gd name="connsiteY48" fmla="*/ 238907 h 555138"/>
              <a:gd name="connsiteX49" fmla="*/ 607639 w 607639"/>
              <a:gd name="connsiteY49" fmla="*/ 545450 h 555138"/>
              <a:gd name="connsiteX50" fmla="*/ 597938 w 607639"/>
              <a:gd name="connsiteY50" fmla="*/ 555138 h 555138"/>
              <a:gd name="connsiteX51" fmla="*/ 9701 w 607639"/>
              <a:gd name="connsiteY51" fmla="*/ 555138 h 555138"/>
              <a:gd name="connsiteX52" fmla="*/ 0 w 607639"/>
              <a:gd name="connsiteY52" fmla="*/ 545450 h 555138"/>
              <a:gd name="connsiteX53" fmla="*/ 0 w 607639"/>
              <a:gd name="connsiteY53" fmla="*/ 9688 h 555138"/>
              <a:gd name="connsiteX54" fmla="*/ 9701 w 607639"/>
              <a:gd name="connsiteY54" fmla="*/ 0 h 555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7639" h="555138">
                <a:moveTo>
                  <a:pt x="119631" y="477710"/>
                </a:moveTo>
                <a:cubicBezTo>
                  <a:pt x="114202" y="477710"/>
                  <a:pt x="109930" y="482068"/>
                  <a:pt x="109930" y="487404"/>
                </a:cubicBezTo>
                <a:cubicBezTo>
                  <a:pt x="109930" y="492740"/>
                  <a:pt x="114202" y="497098"/>
                  <a:pt x="119631" y="497098"/>
                </a:cubicBezTo>
                <a:cubicBezTo>
                  <a:pt x="124971" y="497098"/>
                  <a:pt x="129244" y="492740"/>
                  <a:pt x="129244" y="487404"/>
                </a:cubicBezTo>
                <a:cubicBezTo>
                  <a:pt x="129244" y="482068"/>
                  <a:pt x="124971" y="477710"/>
                  <a:pt x="119631" y="477710"/>
                </a:cubicBezTo>
                <a:close/>
                <a:moveTo>
                  <a:pt x="119631" y="458322"/>
                </a:moveTo>
                <a:cubicBezTo>
                  <a:pt x="132270" y="458322"/>
                  <a:pt x="143039" y="466415"/>
                  <a:pt x="147044" y="477710"/>
                </a:cubicBezTo>
                <a:lnTo>
                  <a:pt x="546213" y="477710"/>
                </a:lnTo>
                <a:cubicBezTo>
                  <a:pt x="551553" y="477710"/>
                  <a:pt x="555914" y="481979"/>
                  <a:pt x="555914" y="487404"/>
                </a:cubicBezTo>
                <a:cubicBezTo>
                  <a:pt x="555914" y="492740"/>
                  <a:pt x="551553" y="497098"/>
                  <a:pt x="546213" y="497098"/>
                </a:cubicBezTo>
                <a:lnTo>
                  <a:pt x="147044" y="497098"/>
                </a:lnTo>
                <a:cubicBezTo>
                  <a:pt x="143039" y="508304"/>
                  <a:pt x="132270" y="516397"/>
                  <a:pt x="119631" y="516397"/>
                </a:cubicBezTo>
                <a:cubicBezTo>
                  <a:pt x="106993" y="516397"/>
                  <a:pt x="96135" y="508304"/>
                  <a:pt x="92130" y="497098"/>
                </a:cubicBezTo>
                <a:lnTo>
                  <a:pt x="61425" y="497098"/>
                </a:lnTo>
                <a:cubicBezTo>
                  <a:pt x="56085" y="497098"/>
                  <a:pt x="51724" y="492740"/>
                  <a:pt x="51724" y="487404"/>
                </a:cubicBezTo>
                <a:cubicBezTo>
                  <a:pt x="51724" y="481979"/>
                  <a:pt x="56085" y="477710"/>
                  <a:pt x="61425" y="477710"/>
                </a:cubicBezTo>
                <a:lnTo>
                  <a:pt x="92130" y="477710"/>
                </a:lnTo>
                <a:cubicBezTo>
                  <a:pt x="96135" y="466415"/>
                  <a:pt x="106993" y="458322"/>
                  <a:pt x="119631" y="458322"/>
                </a:cubicBezTo>
                <a:close/>
                <a:moveTo>
                  <a:pt x="19403" y="438973"/>
                </a:moveTo>
                <a:lnTo>
                  <a:pt x="19403" y="535763"/>
                </a:lnTo>
                <a:lnTo>
                  <a:pt x="588236" y="535763"/>
                </a:lnTo>
                <a:lnTo>
                  <a:pt x="588236" y="438973"/>
                </a:lnTo>
                <a:close/>
                <a:moveTo>
                  <a:pt x="232579" y="107228"/>
                </a:moveTo>
                <a:lnTo>
                  <a:pt x="232579" y="331869"/>
                </a:lnTo>
                <a:lnTo>
                  <a:pt x="427387" y="219548"/>
                </a:lnTo>
                <a:close/>
                <a:moveTo>
                  <a:pt x="218073" y="82080"/>
                </a:moveTo>
                <a:cubicBezTo>
                  <a:pt x="221010" y="80303"/>
                  <a:pt x="224747" y="80303"/>
                  <a:pt x="227773" y="82080"/>
                </a:cubicBezTo>
                <a:lnTo>
                  <a:pt x="451594" y="211107"/>
                </a:lnTo>
                <a:cubicBezTo>
                  <a:pt x="454619" y="212884"/>
                  <a:pt x="456488" y="216083"/>
                  <a:pt x="456488" y="219548"/>
                </a:cubicBezTo>
                <a:cubicBezTo>
                  <a:pt x="456488" y="223014"/>
                  <a:pt x="454619" y="226213"/>
                  <a:pt x="451594" y="227901"/>
                </a:cubicBezTo>
                <a:lnTo>
                  <a:pt x="227773" y="357016"/>
                </a:lnTo>
                <a:cubicBezTo>
                  <a:pt x="226260" y="357816"/>
                  <a:pt x="224570" y="358260"/>
                  <a:pt x="222879" y="358260"/>
                </a:cubicBezTo>
                <a:cubicBezTo>
                  <a:pt x="221188" y="358260"/>
                  <a:pt x="219497" y="357816"/>
                  <a:pt x="218073" y="357016"/>
                </a:cubicBezTo>
                <a:cubicBezTo>
                  <a:pt x="215047" y="355239"/>
                  <a:pt x="213178" y="352040"/>
                  <a:pt x="213178" y="348574"/>
                </a:cubicBezTo>
                <a:lnTo>
                  <a:pt x="213178" y="90433"/>
                </a:lnTo>
                <a:cubicBezTo>
                  <a:pt x="213178" y="86968"/>
                  <a:pt x="215047" y="83769"/>
                  <a:pt x="218073" y="82080"/>
                </a:cubicBezTo>
                <a:close/>
                <a:moveTo>
                  <a:pt x="9701" y="0"/>
                </a:moveTo>
                <a:lnTo>
                  <a:pt x="597938" y="0"/>
                </a:lnTo>
                <a:cubicBezTo>
                  <a:pt x="603278" y="0"/>
                  <a:pt x="607639" y="4355"/>
                  <a:pt x="607639" y="9688"/>
                </a:cubicBezTo>
                <a:lnTo>
                  <a:pt x="607639" y="200156"/>
                </a:lnTo>
                <a:cubicBezTo>
                  <a:pt x="607639" y="205488"/>
                  <a:pt x="603278" y="209843"/>
                  <a:pt x="597938" y="209843"/>
                </a:cubicBezTo>
                <a:cubicBezTo>
                  <a:pt x="592597" y="209843"/>
                  <a:pt x="588236" y="205488"/>
                  <a:pt x="588236" y="200156"/>
                </a:cubicBezTo>
                <a:lnTo>
                  <a:pt x="588236" y="19375"/>
                </a:lnTo>
                <a:lnTo>
                  <a:pt x="19403" y="19375"/>
                </a:lnTo>
                <a:lnTo>
                  <a:pt x="19403" y="419598"/>
                </a:lnTo>
                <a:lnTo>
                  <a:pt x="588236" y="419598"/>
                </a:lnTo>
                <a:lnTo>
                  <a:pt x="588236" y="238907"/>
                </a:lnTo>
                <a:cubicBezTo>
                  <a:pt x="588236" y="233485"/>
                  <a:pt x="592597" y="229219"/>
                  <a:pt x="597938" y="229219"/>
                </a:cubicBezTo>
                <a:cubicBezTo>
                  <a:pt x="603278" y="229219"/>
                  <a:pt x="607639" y="233485"/>
                  <a:pt x="607639" y="238907"/>
                </a:cubicBezTo>
                <a:lnTo>
                  <a:pt x="607639" y="545450"/>
                </a:lnTo>
                <a:cubicBezTo>
                  <a:pt x="607639" y="550783"/>
                  <a:pt x="603278" y="555138"/>
                  <a:pt x="597938" y="555138"/>
                </a:cubicBezTo>
                <a:lnTo>
                  <a:pt x="9701" y="555138"/>
                </a:lnTo>
                <a:cubicBezTo>
                  <a:pt x="4361" y="555138"/>
                  <a:pt x="0" y="550783"/>
                  <a:pt x="0" y="545450"/>
                </a:cubicBezTo>
                <a:lnTo>
                  <a:pt x="0" y="9688"/>
                </a:lnTo>
                <a:cubicBezTo>
                  <a:pt x="0" y="4355"/>
                  <a:pt x="4361" y="0"/>
                  <a:pt x="9701"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教学完成情况</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2" name="文本框 61"/>
          <p:cNvSpPr txBox="1"/>
          <p:nvPr/>
        </p:nvSpPr>
        <p:spPr>
          <a:xfrm>
            <a:off x="1292310" y="3595064"/>
            <a:ext cx="3360977" cy="461665"/>
          </a:xfrm>
          <a:prstGeom prst="rect">
            <a:avLst/>
          </a:prstGeom>
          <a:noFill/>
        </p:spPr>
        <p:txBody>
          <a:bodyPr wrap="square" rtlCol="0">
            <a:spAutoFit/>
          </a:bodyPr>
          <a:lstStyle/>
          <a:p>
            <a:r>
              <a:rPr lang="zh-CN" altLang="en-US" sz="2400" dirty="0">
                <a:ln>
                  <a:noFill/>
                  <a:prstDash val="solid"/>
                </a:ln>
                <a:solidFill>
                  <a:srgbClr val="626262"/>
                </a:solidFill>
                <a:latin typeface="汉仪黑荔枝体简" panose="00020600040101010101" pitchFamily="18" charset="-122"/>
                <a:ea typeface="汉仪黑荔枝体简" panose="00020600040101010101" pitchFamily="18" charset="-122"/>
              </a:rPr>
              <a:t>添加文字标题 </a:t>
            </a:r>
            <a:endParaRPr lang="zh-CN" altLang="en-US" sz="2400" dirty="0">
              <a:ln>
                <a:noFill/>
                <a:prstDash val="solid"/>
              </a:ln>
              <a:solidFill>
                <a:srgbClr val="626262"/>
              </a:solidFill>
              <a:latin typeface="汉仪黑荔枝体简" panose="00020600040101010101" pitchFamily="18" charset="-122"/>
              <a:ea typeface="汉仪黑荔枝体简" panose="00020600040101010101" pitchFamily="18" charset="-122"/>
            </a:endParaRPr>
          </a:p>
        </p:txBody>
      </p:sp>
      <p:sp>
        <p:nvSpPr>
          <p:cNvPr id="63" name="文本框 62"/>
          <p:cNvSpPr txBox="1"/>
          <p:nvPr/>
        </p:nvSpPr>
        <p:spPr>
          <a:xfrm>
            <a:off x="8463554" y="3020636"/>
            <a:ext cx="3360977" cy="461665"/>
          </a:xfrm>
          <a:prstGeom prst="rect">
            <a:avLst/>
          </a:prstGeom>
          <a:noFill/>
        </p:spPr>
        <p:txBody>
          <a:bodyPr wrap="square" rtlCol="0">
            <a:spAutoFit/>
          </a:bodyPr>
          <a:lstStyle>
            <a:defPPr>
              <a:defRPr lang="zh-CN"/>
            </a:defPPr>
            <a:lvl1pPr>
              <a:defRPr sz="2400">
                <a:ln>
                  <a:noFill/>
                  <a:prstDash val="solid"/>
                </a:ln>
                <a:solidFill>
                  <a:srgbClr val="491A06"/>
                </a:solidFill>
                <a:latin typeface="+mj-ea"/>
                <a:ea typeface="+mj-ea"/>
              </a:defRPr>
            </a:lvl1pPr>
          </a:lstStyle>
          <a:p>
            <a:r>
              <a:rPr lang="zh-CN" altLang="en-US" dirty="0">
                <a:solidFill>
                  <a:srgbClr val="626262"/>
                </a:solidFill>
                <a:latin typeface="汉仪黑荔枝体简" panose="00020600040101010101" pitchFamily="18" charset="-122"/>
                <a:ea typeface="汉仪黑荔枝体简" panose="00020600040101010101" pitchFamily="18" charset="-122"/>
              </a:rPr>
              <a:t>添加文字标题 </a:t>
            </a:r>
            <a:endParaRPr lang="zh-CN" altLang="en-US" dirty="0">
              <a:solidFill>
                <a:srgbClr val="626262"/>
              </a:solidFill>
              <a:latin typeface="汉仪黑荔枝体简" panose="00020600040101010101" pitchFamily="18" charset="-122"/>
              <a:ea typeface="汉仪黑荔枝体简" panose="00020600040101010101" pitchFamily="18" charset="-122"/>
            </a:endParaRPr>
          </a:p>
        </p:txBody>
      </p:sp>
      <p:sp>
        <p:nvSpPr>
          <p:cNvPr id="64" name="矩形: 圆角 63"/>
          <p:cNvSpPr/>
          <p:nvPr/>
        </p:nvSpPr>
        <p:spPr>
          <a:xfrm>
            <a:off x="887670" y="2165217"/>
            <a:ext cx="4575191" cy="3783025"/>
          </a:xfrm>
          <a:prstGeom prst="roundRect">
            <a:avLst>
              <a:gd name="adj" fmla="val 39687"/>
            </a:avLst>
          </a:prstGeom>
          <a:noFill/>
          <a:ln w="25400" cap="rnd">
            <a:solidFill>
              <a:srgbClr val="62626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角 64"/>
          <p:cNvSpPr/>
          <p:nvPr/>
        </p:nvSpPr>
        <p:spPr>
          <a:xfrm>
            <a:off x="975595" y="2237787"/>
            <a:ext cx="4392424" cy="3631903"/>
          </a:xfrm>
          <a:prstGeom prst="roundRect">
            <a:avLst>
              <a:gd name="adj" fmla="val 39687"/>
            </a:avLst>
          </a:prstGeom>
          <a:noFill/>
          <a:ln w="9525" cap="rnd">
            <a:solidFill>
              <a:srgbClr val="626262"/>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1333048" y="4056486"/>
            <a:ext cx="3987784" cy="906723"/>
          </a:xfrm>
          <a:prstGeom prst="rect">
            <a:avLst/>
          </a:prstGeom>
        </p:spPr>
        <p:txBody>
          <a:bodyPr wrap="square">
            <a:spAutoFit/>
          </a:bodyPr>
          <a:lstStyle/>
          <a:p>
            <a:pP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修改。建议参考原模板的风格字体字号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69" name="矩形 68"/>
          <p:cNvSpPr/>
          <p:nvPr/>
        </p:nvSpPr>
        <p:spPr>
          <a:xfrm>
            <a:off x="8463554" y="3528306"/>
            <a:ext cx="3175495" cy="1186800"/>
          </a:xfrm>
          <a:prstGeom prst="rect">
            <a:avLst/>
          </a:prstGeom>
        </p:spPr>
        <p:txBody>
          <a:bodyPr wrap="square">
            <a:spAutoFit/>
          </a:bodyPr>
          <a:lstStyle/>
          <a:p>
            <a:pP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修改。建议参考原模板的风格字体字号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pic>
        <p:nvPicPr>
          <p:cNvPr id="70"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5669" t="62748" r="73241" b="12848"/>
          <a:stretch>
            <a:fillRect/>
          </a:stretch>
        </p:blipFill>
        <p:spPr bwMode="auto">
          <a:xfrm>
            <a:off x="5912149" y="1697201"/>
            <a:ext cx="2355403" cy="4101256"/>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40787" t="41782" r="32955" b="49552"/>
          <a:stretch>
            <a:fillRect/>
          </a:stretch>
        </p:blipFill>
        <p:spPr bwMode="auto">
          <a:xfrm>
            <a:off x="3495476" y="3077029"/>
            <a:ext cx="1569916" cy="7796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2282878" y="3553394"/>
            <a:ext cx="7648295" cy="1185517"/>
          </a:xfrm>
          <a:prstGeom prst="rect">
            <a:avLst/>
          </a:prstGeom>
          <a:ln>
            <a:noFill/>
          </a:ln>
        </p:spPr>
        <p:txBody>
          <a:bodyPr wrap="square">
            <a:spAutoFit/>
          </a:bodyPr>
          <a:lstStyle/>
          <a:p>
            <a:pPr algn="ctr">
              <a:lnSpc>
                <a:spcPct val="130000"/>
              </a:lnSpc>
            </a:pPr>
            <a:r>
              <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rPr>
              <a:t>标题数字等都可以通过点击和重新输入进行更改，菜单开始栏设置中可以对标题数字等都可以通过点击和重新输入进行更改，菜单开始栏设置中可以对字体、行距、大小、间距等进行修改。建议参考原模板的风格字体字号字体、行距、大小、间距等进行修改，建议参考原模板的风格字体字号字体、行距、大小、间距等进行修改。</a:t>
            </a:r>
            <a:endParaRPr lang="zh-CN" altLang="en-US" sz="1400" dirty="0">
              <a:solidFill>
                <a:schemeClr val="tx1">
                  <a:lumMod val="65000"/>
                  <a:lumOff val="35000"/>
                </a:schemeClr>
              </a:solidFill>
              <a:latin typeface="思源宋体 Light" panose="02020300000000000000" pitchFamily="18" charset="-122"/>
              <a:ea typeface="思源宋体 Light" panose="02020300000000000000" pitchFamily="18" charset="-122"/>
            </a:endParaRPr>
          </a:p>
        </p:txBody>
      </p:sp>
      <p:sp>
        <p:nvSpPr>
          <p:cNvPr id="61" name="文本框 60"/>
          <p:cNvSpPr txBox="1"/>
          <p:nvPr/>
        </p:nvSpPr>
        <p:spPr>
          <a:xfrm>
            <a:off x="4372727" y="2931183"/>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dist"/>
            <a:r>
              <a:rPr lang="zh-CN" altLang="en-US" b="0">
                <a:solidFill>
                  <a:srgbClr val="626262"/>
                </a:solidFill>
                <a:latin typeface="汉仪黑荔枝体简" panose="00020600040101010101" pitchFamily="18" charset="-122"/>
                <a:ea typeface="汉仪黑荔枝体简" panose="00020600040101010101" pitchFamily="18" charset="-122"/>
              </a:rPr>
              <a:t>教学工作总结</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2" name="文本框 61"/>
          <p:cNvSpPr txBox="1"/>
          <p:nvPr/>
        </p:nvSpPr>
        <p:spPr>
          <a:xfrm>
            <a:off x="4336195" y="2095740"/>
            <a:ext cx="3526675" cy="830997"/>
          </a:xfrm>
          <a:prstGeom prst="rect">
            <a:avLst/>
          </a:prstGeom>
          <a:noFill/>
          <a:ln>
            <a:noFill/>
          </a:ln>
        </p:spPr>
        <p:txBody>
          <a:bodyPr wrap="square" rtlCol="0">
            <a:spAutoFit/>
          </a:bodyPr>
          <a:lstStyle/>
          <a:p>
            <a:pPr algn="ctr"/>
            <a:r>
              <a:rPr lang="en-US" altLang="zh-CN" sz="4800" dirty="0">
                <a:solidFill>
                  <a:srgbClr val="626262"/>
                </a:solidFill>
                <a:latin typeface="汉仪黑荔枝体简" panose="00020600040101010101" pitchFamily="18" charset="-122"/>
                <a:ea typeface="汉仪黑荔枝体简" panose="00020600040101010101" pitchFamily="18" charset="-122"/>
              </a:rPr>
              <a:t>Part Three</a:t>
            </a:r>
            <a:endParaRPr lang="zh-CN" altLang="en-US" sz="4800" dirty="0">
              <a:solidFill>
                <a:srgbClr val="626262"/>
              </a:solidFill>
              <a:latin typeface="汉仪黑荔枝体简" panose="00020600040101010101" pitchFamily="18" charset="-122"/>
              <a:ea typeface="汉仪黑荔枝体简" panose="00020600040101010101" pitchFamily="18" charset="-122"/>
            </a:endParaRPr>
          </a:p>
        </p:txBody>
      </p:sp>
      <p:pic>
        <p:nvPicPr>
          <p:cNvPr id="63"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68828" t="28011" r="6803" b="48347"/>
          <a:stretch>
            <a:fillRect/>
          </a:stretch>
        </p:blipFill>
        <p:spPr bwMode="auto">
          <a:xfrm>
            <a:off x="656512" y="3493563"/>
            <a:ext cx="1873983" cy="2735785"/>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4530" t="32365" r="30170" b="62476"/>
          <a:stretch>
            <a:fillRect/>
          </a:stretch>
        </p:blipFill>
        <p:spPr bwMode="auto">
          <a:xfrm rot="19856484">
            <a:off x="7940815" y="2762462"/>
            <a:ext cx="1276367" cy="280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教学工作总结</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grpSp>
        <p:nvGrpSpPr>
          <p:cNvPr id="62" name="组合 61"/>
          <p:cNvGrpSpPr/>
          <p:nvPr/>
        </p:nvGrpSpPr>
        <p:grpSpPr>
          <a:xfrm>
            <a:off x="1726108" y="3684105"/>
            <a:ext cx="2393843" cy="2393843"/>
            <a:chOff x="831212" y="2674179"/>
            <a:chExt cx="3516411" cy="3516411"/>
          </a:xfrm>
        </p:grpSpPr>
        <p:sp>
          <p:nvSpPr>
            <p:cNvPr id="63" name="椭圆 62"/>
            <p:cNvSpPr/>
            <p:nvPr/>
          </p:nvSpPr>
          <p:spPr>
            <a:xfrm>
              <a:off x="831212" y="2674179"/>
              <a:ext cx="3516411" cy="3516411"/>
            </a:xfrm>
            <a:prstGeom prst="ellipse">
              <a:avLst/>
            </a:prstGeom>
            <a:solidFill>
              <a:srgbClr val="62626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924889" y="2767856"/>
              <a:ext cx="3329059" cy="3329059"/>
            </a:xfrm>
            <a:prstGeom prst="ellipse">
              <a:avLst/>
            </a:prstGeom>
            <a:noFill/>
            <a:ln>
              <a:solidFill>
                <a:srgbClr val="6262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8" name="组合 67"/>
          <p:cNvGrpSpPr/>
          <p:nvPr/>
        </p:nvGrpSpPr>
        <p:grpSpPr>
          <a:xfrm>
            <a:off x="4899078" y="2988366"/>
            <a:ext cx="2393843" cy="2393843"/>
            <a:chOff x="831212" y="2674179"/>
            <a:chExt cx="3516411" cy="3516411"/>
          </a:xfrm>
        </p:grpSpPr>
        <p:sp>
          <p:nvSpPr>
            <p:cNvPr id="69" name="椭圆 68"/>
            <p:cNvSpPr/>
            <p:nvPr/>
          </p:nvSpPr>
          <p:spPr>
            <a:xfrm>
              <a:off x="831212" y="2674179"/>
              <a:ext cx="3516411" cy="3516411"/>
            </a:xfrm>
            <a:prstGeom prst="ellipse">
              <a:avLst/>
            </a:prstGeom>
            <a:solidFill>
              <a:srgbClr val="62626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椭圆 69"/>
            <p:cNvSpPr/>
            <p:nvPr/>
          </p:nvSpPr>
          <p:spPr>
            <a:xfrm>
              <a:off x="924889" y="2767856"/>
              <a:ext cx="3329059" cy="3329059"/>
            </a:xfrm>
            <a:prstGeom prst="ellipse">
              <a:avLst/>
            </a:prstGeom>
            <a:noFill/>
            <a:ln>
              <a:solidFill>
                <a:srgbClr val="6262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74" name="组合 73"/>
          <p:cNvGrpSpPr/>
          <p:nvPr/>
        </p:nvGrpSpPr>
        <p:grpSpPr>
          <a:xfrm>
            <a:off x="8072048" y="2292627"/>
            <a:ext cx="2393843" cy="2393843"/>
            <a:chOff x="831212" y="2674179"/>
            <a:chExt cx="3516411" cy="3516411"/>
          </a:xfrm>
        </p:grpSpPr>
        <p:sp>
          <p:nvSpPr>
            <p:cNvPr id="75" name="椭圆 74"/>
            <p:cNvSpPr/>
            <p:nvPr/>
          </p:nvSpPr>
          <p:spPr>
            <a:xfrm>
              <a:off x="831212" y="2674179"/>
              <a:ext cx="3516411" cy="3516411"/>
            </a:xfrm>
            <a:prstGeom prst="ellipse">
              <a:avLst/>
            </a:prstGeom>
            <a:solidFill>
              <a:srgbClr val="626262">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椭圆 75"/>
            <p:cNvSpPr/>
            <p:nvPr/>
          </p:nvSpPr>
          <p:spPr>
            <a:xfrm>
              <a:off x="924889" y="2767856"/>
              <a:ext cx="3329059" cy="3329059"/>
            </a:xfrm>
            <a:prstGeom prst="ellipse">
              <a:avLst/>
            </a:prstGeom>
            <a:noFill/>
            <a:ln>
              <a:solidFill>
                <a:srgbClr val="6262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任意多边形: 形状 79"/>
          <p:cNvSpPr/>
          <p:nvPr/>
        </p:nvSpPr>
        <p:spPr>
          <a:xfrm>
            <a:off x="3193774" y="2775262"/>
            <a:ext cx="1411356" cy="564286"/>
          </a:xfrm>
          <a:custGeom>
            <a:avLst/>
            <a:gdLst>
              <a:gd name="connsiteX0" fmla="*/ 0 w 1411356"/>
              <a:gd name="connsiteY0" fmla="*/ 564286 h 564286"/>
              <a:gd name="connsiteX1" fmla="*/ 377687 w 1411356"/>
              <a:gd name="connsiteY1" fmla="*/ 140216 h 564286"/>
              <a:gd name="connsiteX2" fmla="*/ 980661 w 1411356"/>
              <a:gd name="connsiteY2" fmla="*/ 1068 h 564286"/>
              <a:gd name="connsiteX3" fmla="*/ 1411356 w 1411356"/>
              <a:gd name="connsiteY3" fmla="*/ 87208 h 564286"/>
            </a:gdLst>
            <a:ahLst/>
            <a:cxnLst>
              <a:cxn ang="0">
                <a:pos x="connsiteX0" y="connsiteY0"/>
              </a:cxn>
              <a:cxn ang="0">
                <a:pos x="connsiteX1" y="connsiteY1"/>
              </a:cxn>
              <a:cxn ang="0">
                <a:pos x="connsiteX2" y="connsiteY2"/>
              </a:cxn>
              <a:cxn ang="0">
                <a:pos x="connsiteX3" y="connsiteY3"/>
              </a:cxn>
            </a:cxnLst>
            <a:rect l="l" t="t" r="r" b="b"/>
            <a:pathLst>
              <a:path w="1411356" h="564286">
                <a:moveTo>
                  <a:pt x="0" y="564286"/>
                </a:moveTo>
                <a:cubicBezTo>
                  <a:pt x="107122" y="399186"/>
                  <a:pt x="214244" y="234086"/>
                  <a:pt x="377687" y="140216"/>
                </a:cubicBezTo>
                <a:cubicBezTo>
                  <a:pt x="541130" y="46346"/>
                  <a:pt x="808383" y="9903"/>
                  <a:pt x="980661" y="1068"/>
                </a:cubicBezTo>
                <a:cubicBezTo>
                  <a:pt x="1152939" y="-7767"/>
                  <a:pt x="1282147" y="39720"/>
                  <a:pt x="1411356" y="87208"/>
                </a:cubicBezTo>
              </a:path>
            </a:pathLst>
          </a:custGeom>
          <a:noFill/>
          <a:ln>
            <a:solidFill>
              <a:srgbClr val="626262"/>
            </a:solidFill>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形状 80"/>
          <p:cNvSpPr/>
          <p:nvPr/>
        </p:nvSpPr>
        <p:spPr>
          <a:xfrm>
            <a:off x="6356091" y="2074256"/>
            <a:ext cx="1411356" cy="564286"/>
          </a:xfrm>
          <a:custGeom>
            <a:avLst/>
            <a:gdLst>
              <a:gd name="connsiteX0" fmla="*/ 0 w 1411356"/>
              <a:gd name="connsiteY0" fmla="*/ 564286 h 564286"/>
              <a:gd name="connsiteX1" fmla="*/ 377687 w 1411356"/>
              <a:gd name="connsiteY1" fmla="*/ 140216 h 564286"/>
              <a:gd name="connsiteX2" fmla="*/ 980661 w 1411356"/>
              <a:gd name="connsiteY2" fmla="*/ 1068 h 564286"/>
              <a:gd name="connsiteX3" fmla="*/ 1411356 w 1411356"/>
              <a:gd name="connsiteY3" fmla="*/ 87208 h 564286"/>
            </a:gdLst>
            <a:ahLst/>
            <a:cxnLst>
              <a:cxn ang="0">
                <a:pos x="connsiteX0" y="connsiteY0"/>
              </a:cxn>
              <a:cxn ang="0">
                <a:pos x="connsiteX1" y="connsiteY1"/>
              </a:cxn>
              <a:cxn ang="0">
                <a:pos x="connsiteX2" y="connsiteY2"/>
              </a:cxn>
              <a:cxn ang="0">
                <a:pos x="connsiteX3" y="connsiteY3"/>
              </a:cxn>
            </a:cxnLst>
            <a:rect l="l" t="t" r="r" b="b"/>
            <a:pathLst>
              <a:path w="1411356" h="564286">
                <a:moveTo>
                  <a:pt x="0" y="564286"/>
                </a:moveTo>
                <a:cubicBezTo>
                  <a:pt x="107122" y="399186"/>
                  <a:pt x="214244" y="234086"/>
                  <a:pt x="377687" y="140216"/>
                </a:cubicBezTo>
                <a:cubicBezTo>
                  <a:pt x="541130" y="46346"/>
                  <a:pt x="808383" y="9903"/>
                  <a:pt x="980661" y="1068"/>
                </a:cubicBezTo>
                <a:cubicBezTo>
                  <a:pt x="1152939" y="-7767"/>
                  <a:pt x="1282147" y="39720"/>
                  <a:pt x="1411356" y="87208"/>
                </a:cubicBezTo>
              </a:path>
            </a:pathLst>
          </a:custGeom>
          <a:noFill/>
          <a:ln>
            <a:solidFill>
              <a:srgbClr val="626262"/>
            </a:solidFill>
            <a:prstDash val="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2002517" y="4243708"/>
            <a:ext cx="1723549" cy="400110"/>
          </a:xfrm>
          <a:prstGeom prst="rect">
            <a:avLst/>
          </a:prstGeom>
        </p:spPr>
        <p:txBody>
          <a:bodyPr wrap="none">
            <a:spAutoFit/>
          </a:bodyPr>
          <a:lstStyle/>
          <a:p>
            <a:r>
              <a:rPr lang="zh-CN" altLang="en-US" sz="2000" dirty="0">
                <a:solidFill>
                  <a:srgbClr val="626262"/>
                </a:solidFill>
                <a:latin typeface="汉仪黑荔枝体简" panose="00020600040101010101" pitchFamily="18" charset="-122"/>
                <a:ea typeface="汉仪黑荔枝体简" panose="00020600040101010101" pitchFamily="18" charset="-122"/>
              </a:rPr>
              <a:t>添加文字标题</a:t>
            </a:r>
            <a:endParaRPr lang="en-US" altLang="zh-CN" sz="2000" dirty="0">
              <a:solidFill>
                <a:srgbClr val="626262"/>
              </a:solidFill>
              <a:latin typeface="汉仪黑荔枝体简" panose="00020600040101010101" pitchFamily="18" charset="-122"/>
              <a:ea typeface="汉仪黑荔枝体简" panose="00020600040101010101" pitchFamily="18" charset="-122"/>
            </a:endParaRPr>
          </a:p>
        </p:txBody>
      </p:sp>
      <p:sp>
        <p:nvSpPr>
          <p:cNvPr id="83" name="矩形 82"/>
          <p:cNvSpPr/>
          <p:nvPr/>
        </p:nvSpPr>
        <p:spPr>
          <a:xfrm>
            <a:off x="5134324" y="3630589"/>
            <a:ext cx="1723549" cy="400110"/>
          </a:xfrm>
          <a:prstGeom prst="rect">
            <a:avLst/>
          </a:prstGeom>
        </p:spPr>
        <p:txBody>
          <a:bodyPr wrap="none">
            <a:spAutoFit/>
          </a:bodyPr>
          <a:lstStyle/>
          <a:p>
            <a:r>
              <a:rPr lang="zh-CN" altLang="en-US" sz="2000" dirty="0">
                <a:solidFill>
                  <a:srgbClr val="626262"/>
                </a:solidFill>
                <a:latin typeface="汉仪黑荔枝体简" panose="00020600040101010101" pitchFamily="18" charset="-122"/>
                <a:ea typeface="汉仪黑荔枝体简" panose="00020600040101010101" pitchFamily="18" charset="-122"/>
              </a:rPr>
              <a:t>添加文字标题</a:t>
            </a:r>
            <a:endParaRPr lang="en-US" altLang="zh-CN" sz="2000" dirty="0">
              <a:solidFill>
                <a:srgbClr val="626262"/>
              </a:solidFill>
              <a:latin typeface="汉仪黑荔枝体简" panose="00020600040101010101" pitchFamily="18" charset="-122"/>
              <a:ea typeface="汉仪黑荔枝体简" panose="00020600040101010101" pitchFamily="18" charset="-122"/>
            </a:endParaRPr>
          </a:p>
        </p:txBody>
      </p:sp>
      <p:sp>
        <p:nvSpPr>
          <p:cNvPr id="84" name="矩形 83"/>
          <p:cNvSpPr/>
          <p:nvPr/>
        </p:nvSpPr>
        <p:spPr>
          <a:xfrm>
            <a:off x="8343142" y="2934850"/>
            <a:ext cx="1723549" cy="400110"/>
          </a:xfrm>
          <a:prstGeom prst="rect">
            <a:avLst/>
          </a:prstGeom>
        </p:spPr>
        <p:txBody>
          <a:bodyPr wrap="none">
            <a:spAutoFit/>
          </a:bodyPr>
          <a:lstStyle/>
          <a:p>
            <a:r>
              <a:rPr lang="zh-CN" altLang="en-US" sz="2000" dirty="0">
                <a:solidFill>
                  <a:srgbClr val="626262"/>
                </a:solidFill>
                <a:latin typeface="汉仪黑荔枝体简" panose="00020600040101010101" pitchFamily="18" charset="-122"/>
                <a:ea typeface="汉仪黑荔枝体简" panose="00020600040101010101" pitchFamily="18" charset="-122"/>
              </a:rPr>
              <a:t>添加文字标题</a:t>
            </a:r>
            <a:endParaRPr lang="en-US" altLang="zh-CN" sz="2000" dirty="0">
              <a:solidFill>
                <a:srgbClr val="626262"/>
              </a:solidFill>
              <a:latin typeface="汉仪黑荔枝体简" panose="00020600040101010101" pitchFamily="18" charset="-122"/>
              <a:ea typeface="汉仪黑荔枝体简" panose="00020600040101010101" pitchFamily="18" charset="-122"/>
            </a:endParaRPr>
          </a:p>
        </p:txBody>
      </p:sp>
      <p:sp>
        <p:nvSpPr>
          <p:cNvPr id="85" name="矩形 84"/>
          <p:cNvSpPr/>
          <p:nvPr/>
        </p:nvSpPr>
        <p:spPr>
          <a:xfrm>
            <a:off x="1928895" y="4588676"/>
            <a:ext cx="1893914" cy="1030410"/>
          </a:xfrm>
          <a:prstGeom prst="rect">
            <a:avLst/>
          </a:prstGeom>
        </p:spPr>
        <p:txBody>
          <a:bodyPr wrap="square">
            <a:spAutoFit/>
          </a:bodyPr>
          <a:lstStyle/>
          <a:p>
            <a:pPr algn="ctr">
              <a:lnSpc>
                <a:spcPct val="130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86" name="矩形 85"/>
          <p:cNvSpPr/>
          <p:nvPr/>
        </p:nvSpPr>
        <p:spPr>
          <a:xfrm>
            <a:off x="5080668" y="3998298"/>
            <a:ext cx="1893914" cy="1030410"/>
          </a:xfrm>
          <a:prstGeom prst="rect">
            <a:avLst/>
          </a:prstGeom>
        </p:spPr>
        <p:txBody>
          <a:bodyPr wrap="square">
            <a:spAutoFit/>
          </a:bodyPr>
          <a:lstStyle/>
          <a:p>
            <a:pPr algn="ctr">
              <a:lnSpc>
                <a:spcPct val="130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87" name="矩形 86"/>
          <p:cNvSpPr/>
          <p:nvPr/>
        </p:nvSpPr>
        <p:spPr>
          <a:xfrm>
            <a:off x="8343142" y="3300866"/>
            <a:ext cx="1893914" cy="1030410"/>
          </a:xfrm>
          <a:prstGeom prst="rect">
            <a:avLst/>
          </a:prstGeom>
        </p:spPr>
        <p:txBody>
          <a:bodyPr wrap="square">
            <a:spAutoFit/>
          </a:bodyPr>
          <a:lstStyle/>
          <a:p>
            <a:pPr algn="ctr">
              <a:lnSpc>
                <a:spcPct val="130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pic>
        <p:nvPicPr>
          <p:cNvPr id="88"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3741" t="58850" r="40038" b="28081"/>
          <a:stretch>
            <a:fillRect/>
          </a:stretch>
        </p:blipFill>
        <p:spPr bwMode="auto">
          <a:xfrm>
            <a:off x="1318319" y="2832213"/>
            <a:ext cx="1653042" cy="123978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3741" t="58850" r="40038" b="28081"/>
          <a:stretch>
            <a:fillRect/>
          </a:stretch>
        </p:blipFill>
        <p:spPr bwMode="auto">
          <a:xfrm>
            <a:off x="4830893" y="2207337"/>
            <a:ext cx="1653042" cy="1239782"/>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33741" t="58850" r="40038" b="28081"/>
          <a:stretch>
            <a:fillRect/>
          </a:stretch>
        </p:blipFill>
        <p:spPr bwMode="auto">
          <a:xfrm>
            <a:off x="7848912" y="1467158"/>
            <a:ext cx="1653042" cy="12397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教学工作总结</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2" name="任意多边形: 形状 61"/>
          <p:cNvSpPr/>
          <p:nvPr/>
        </p:nvSpPr>
        <p:spPr>
          <a:xfrm>
            <a:off x="1002075" y="2404780"/>
            <a:ext cx="10344150" cy="1971827"/>
          </a:xfrm>
          <a:custGeom>
            <a:avLst/>
            <a:gdLst>
              <a:gd name="connsiteX0" fmla="*/ 0 w 10344150"/>
              <a:gd name="connsiteY0" fmla="*/ 1411202 h 1802642"/>
              <a:gd name="connsiteX1" fmla="*/ 1571625 w 10344150"/>
              <a:gd name="connsiteY1" fmla="*/ 115802 h 1802642"/>
              <a:gd name="connsiteX2" fmla="*/ 2809875 w 10344150"/>
              <a:gd name="connsiteY2" fmla="*/ 668252 h 1802642"/>
              <a:gd name="connsiteX3" fmla="*/ 4010025 w 10344150"/>
              <a:gd name="connsiteY3" fmla="*/ 1773152 h 1802642"/>
              <a:gd name="connsiteX4" fmla="*/ 4972050 w 10344150"/>
              <a:gd name="connsiteY4" fmla="*/ 1373102 h 1802642"/>
              <a:gd name="connsiteX5" fmla="*/ 6334125 w 10344150"/>
              <a:gd name="connsiteY5" fmla="*/ 192002 h 1802642"/>
              <a:gd name="connsiteX6" fmla="*/ 6934200 w 10344150"/>
              <a:gd name="connsiteY6" fmla="*/ 144377 h 1802642"/>
              <a:gd name="connsiteX7" fmla="*/ 9124950 w 10344150"/>
              <a:gd name="connsiteY7" fmla="*/ 1601702 h 1802642"/>
              <a:gd name="connsiteX8" fmla="*/ 10344150 w 10344150"/>
              <a:gd name="connsiteY8" fmla="*/ 1487402 h 1802642"/>
              <a:gd name="connsiteX0-1" fmla="*/ 0 w 10344150"/>
              <a:gd name="connsiteY0-2" fmla="*/ 1402564 h 1793770"/>
              <a:gd name="connsiteX1-3" fmla="*/ 1571625 w 10344150"/>
              <a:gd name="connsiteY1-4" fmla="*/ 107164 h 1793770"/>
              <a:gd name="connsiteX2-5" fmla="*/ 2809875 w 10344150"/>
              <a:gd name="connsiteY2-6" fmla="*/ 659614 h 1793770"/>
              <a:gd name="connsiteX3-7" fmla="*/ 4010025 w 10344150"/>
              <a:gd name="connsiteY3-8" fmla="*/ 1764514 h 1793770"/>
              <a:gd name="connsiteX4-9" fmla="*/ 4972050 w 10344150"/>
              <a:gd name="connsiteY4-10" fmla="*/ 1364464 h 1793770"/>
              <a:gd name="connsiteX5-11" fmla="*/ 6191250 w 10344150"/>
              <a:gd name="connsiteY5-12" fmla="*/ 202414 h 1793770"/>
              <a:gd name="connsiteX6-13" fmla="*/ 6934200 w 10344150"/>
              <a:gd name="connsiteY6-14" fmla="*/ 135739 h 1793770"/>
              <a:gd name="connsiteX7-15" fmla="*/ 9124950 w 10344150"/>
              <a:gd name="connsiteY7-16" fmla="*/ 1593064 h 1793770"/>
              <a:gd name="connsiteX8-17" fmla="*/ 10344150 w 10344150"/>
              <a:gd name="connsiteY8-18" fmla="*/ 1478764 h 1793770"/>
              <a:gd name="connsiteX0-19" fmla="*/ 0 w 10344150"/>
              <a:gd name="connsiteY0-20" fmla="*/ 1383068 h 1773705"/>
              <a:gd name="connsiteX1-21" fmla="*/ 1571625 w 10344150"/>
              <a:gd name="connsiteY1-22" fmla="*/ 87668 h 1773705"/>
              <a:gd name="connsiteX2-23" fmla="*/ 2809875 w 10344150"/>
              <a:gd name="connsiteY2-24" fmla="*/ 640118 h 1773705"/>
              <a:gd name="connsiteX3-25" fmla="*/ 4010025 w 10344150"/>
              <a:gd name="connsiteY3-26" fmla="*/ 1745018 h 1773705"/>
              <a:gd name="connsiteX4-27" fmla="*/ 4972050 w 10344150"/>
              <a:gd name="connsiteY4-28" fmla="*/ 1344968 h 1773705"/>
              <a:gd name="connsiteX5-29" fmla="*/ 6124575 w 10344150"/>
              <a:gd name="connsiteY5-30" fmla="*/ 230543 h 1773705"/>
              <a:gd name="connsiteX6-31" fmla="*/ 6934200 w 10344150"/>
              <a:gd name="connsiteY6-32" fmla="*/ 116243 h 1773705"/>
              <a:gd name="connsiteX7-33" fmla="*/ 9124950 w 10344150"/>
              <a:gd name="connsiteY7-34" fmla="*/ 1573568 h 1773705"/>
              <a:gd name="connsiteX8-35" fmla="*/ 10344150 w 10344150"/>
              <a:gd name="connsiteY8-36" fmla="*/ 1459268 h 1773705"/>
              <a:gd name="connsiteX0-37" fmla="*/ 0 w 10344150"/>
              <a:gd name="connsiteY0-38" fmla="*/ 1318558 h 1709195"/>
              <a:gd name="connsiteX1-39" fmla="*/ 1571625 w 10344150"/>
              <a:gd name="connsiteY1-40" fmla="*/ 23158 h 1709195"/>
              <a:gd name="connsiteX2-41" fmla="*/ 2809875 w 10344150"/>
              <a:gd name="connsiteY2-42" fmla="*/ 575608 h 1709195"/>
              <a:gd name="connsiteX3-43" fmla="*/ 4010025 w 10344150"/>
              <a:gd name="connsiteY3-44" fmla="*/ 1680508 h 1709195"/>
              <a:gd name="connsiteX4-45" fmla="*/ 4972050 w 10344150"/>
              <a:gd name="connsiteY4-46" fmla="*/ 1280458 h 1709195"/>
              <a:gd name="connsiteX5-47" fmla="*/ 6124575 w 10344150"/>
              <a:gd name="connsiteY5-48" fmla="*/ 166033 h 1709195"/>
              <a:gd name="connsiteX6-49" fmla="*/ 7077075 w 10344150"/>
              <a:gd name="connsiteY6-50" fmla="*/ 146983 h 1709195"/>
              <a:gd name="connsiteX7-51" fmla="*/ 9124950 w 10344150"/>
              <a:gd name="connsiteY7-52" fmla="*/ 1509058 h 1709195"/>
              <a:gd name="connsiteX8-53" fmla="*/ 10344150 w 10344150"/>
              <a:gd name="connsiteY8-54" fmla="*/ 1394758 h 1709195"/>
              <a:gd name="connsiteX0-55" fmla="*/ 0 w 10344150"/>
              <a:gd name="connsiteY0-56" fmla="*/ 1318558 h 1709195"/>
              <a:gd name="connsiteX1-57" fmla="*/ 1571625 w 10344150"/>
              <a:gd name="connsiteY1-58" fmla="*/ 23158 h 1709195"/>
              <a:gd name="connsiteX2-59" fmla="*/ 2809875 w 10344150"/>
              <a:gd name="connsiteY2-60" fmla="*/ 575608 h 1709195"/>
              <a:gd name="connsiteX3-61" fmla="*/ 4010025 w 10344150"/>
              <a:gd name="connsiteY3-62" fmla="*/ 1680508 h 1709195"/>
              <a:gd name="connsiteX4-63" fmla="*/ 4972050 w 10344150"/>
              <a:gd name="connsiteY4-64" fmla="*/ 1280458 h 1709195"/>
              <a:gd name="connsiteX5-65" fmla="*/ 6124575 w 10344150"/>
              <a:gd name="connsiteY5-66" fmla="*/ 166033 h 1709195"/>
              <a:gd name="connsiteX6-67" fmla="*/ 7143750 w 10344150"/>
              <a:gd name="connsiteY6-68" fmla="*/ 185083 h 1709195"/>
              <a:gd name="connsiteX7-69" fmla="*/ 9124950 w 10344150"/>
              <a:gd name="connsiteY7-70" fmla="*/ 1509058 h 1709195"/>
              <a:gd name="connsiteX8-71" fmla="*/ 10344150 w 10344150"/>
              <a:gd name="connsiteY8-72" fmla="*/ 1394758 h 1709195"/>
              <a:gd name="connsiteX0-73" fmla="*/ 0 w 10344150"/>
              <a:gd name="connsiteY0-74" fmla="*/ 1327726 h 1718363"/>
              <a:gd name="connsiteX1-75" fmla="*/ 1504950 w 10344150"/>
              <a:gd name="connsiteY1-76" fmla="*/ 22801 h 1718363"/>
              <a:gd name="connsiteX2-77" fmla="*/ 2809875 w 10344150"/>
              <a:gd name="connsiteY2-78" fmla="*/ 584776 h 1718363"/>
              <a:gd name="connsiteX3-79" fmla="*/ 4010025 w 10344150"/>
              <a:gd name="connsiteY3-80" fmla="*/ 1689676 h 1718363"/>
              <a:gd name="connsiteX4-81" fmla="*/ 4972050 w 10344150"/>
              <a:gd name="connsiteY4-82" fmla="*/ 1289626 h 1718363"/>
              <a:gd name="connsiteX5-83" fmla="*/ 6124575 w 10344150"/>
              <a:gd name="connsiteY5-84" fmla="*/ 175201 h 1718363"/>
              <a:gd name="connsiteX6-85" fmla="*/ 7143750 w 10344150"/>
              <a:gd name="connsiteY6-86" fmla="*/ 194251 h 1718363"/>
              <a:gd name="connsiteX7-87" fmla="*/ 9124950 w 10344150"/>
              <a:gd name="connsiteY7-88" fmla="*/ 1518226 h 1718363"/>
              <a:gd name="connsiteX8-89" fmla="*/ 10344150 w 10344150"/>
              <a:gd name="connsiteY8-90" fmla="*/ 1403926 h 1718363"/>
              <a:gd name="connsiteX0-91" fmla="*/ 0 w 10344150"/>
              <a:gd name="connsiteY0-92" fmla="*/ 1323688 h 1711581"/>
              <a:gd name="connsiteX1-93" fmla="*/ 1504950 w 10344150"/>
              <a:gd name="connsiteY1-94" fmla="*/ 18763 h 1711581"/>
              <a:gd name="connsiteX2-95" fmla="*/ 2714625 w 10344150"/>
              <a:gd name="connsiteY2-96" fmla="*/ 628363 h 1711581"/>
              <a:gd name="connsiteX3-97" fmla="*/ 4010025 w 10344150"/>
              <a:gd name="connsiteY3-98" fmla="*/ 1685638 h 1711581"/>
              <a:gd name="connsiteX4-99" fmla="*/ 4972050 w 10344150"/>
              <a:gd name="connsiteY4-100" fmla="*/ 1285588 h 1711581"/>
              <a:gd name="connsiteX5-101" fmla="*/ 6124575 w 10344150"/>
              <a:gd name="connsiteY5-102" fmla="*/ 171163 h 1711581"/>
              <a:gd name="connsiteX6-103" fmla="*/ 7143750 w 10344150"/>
              <a:gd name="connsiteY6-104" fmla="*/ 190213 h 1711581"/>
              <a:gd name="connsiteX7-105" fmla="*/ 9124950 w 10344150"/>
              <a:gd name="connsiteY7-106" fmla="*/ 1514188 h 1711581"/>
              <a:gd name="connsiteX8-107" fmla="*/ 10344150 w 10344150"/>
              <a:gd name="connsiteY8-108" fmla="*/ 1399888 h 1711581"/>
              <a:gd name="connsiteX0-109" fmla="*/ 0 w 10344150"/>
              <a:gd name="connsiteY0-110" fmla="*/ 1326941 h 1714834"/>
              <a:gd name="connsiteX1-111" fmla="*/ 1504950 w 10344150"/>
              <a:gd name="connsiteY1-112" fmla="*/ 22016 h 1714834"/>
              <a:gd name="connsiteX2-113" fmla="*/ 2714625 w 10344150"/>
              <a:gd name="connsiteY2-114" fmla="*/ 631616 h 1714834"/>
              <a:gd name="connsiteX3-115" fmla="*/ 4010025 w 10344150"/>
              <a:gd name="connsiteY3-116" fmla="*/ 1688891 h 1714834"/>
              <a:gd name="connsiteX4-117" fmla="*/ 4972050 w 10344150"/>
              <a:gd name="connsiteY4-118" fmla="*/ 1288841 h 1714834"/>
              <a:gd name="connsiteX5-119" fmla="*/ 6124575 w 10344150"/>
              <a:gd name="connsiteY5-120" fmla="*/ 174416 h 1714834"/>
              <a:gd name="connsiteX6-121" fmla="*/ 7143750 w 10344150"/>
              <a:gd name="connsiteY6-122" fmla="*/ 193466 h 1714834"/>
              <a:gd name="connsiteX7-123" fmla="*/ 9124950 w 10344150"/>
              <a:gd name="connsiteY7-124" fmla="*/ 1517441 h 1714834"/>
              <a:gd name="connsiteX8-125" fmla="*/ 10344150 w 10344150"/>
              <a:gd name="connsiteY8-126" fmla="*/ 1403141 h 1714834"/>
              <a:gd name="connsiteX0-127" fmla="*/ 0 w 10344150"/>
              <a:gd name="connsiteY0-128" fmla="*/ 1326941 h 1714834"/>
              <a:gd name="connsiteX1-129" fmla="*/ 1504950 w 10344150"/>
              <a:gd name="connsiteY1-130" fmla="*/ 22016 h 1714834"/>
              <a:gd name="connsiteX2-131" fmla="*/ 2657475 w 10344150"/>
              <a:gd name="connsiteY2-132" fmla="*/ 631616 h 1714834"/>
              <a:gd name="connsiteX3-133" fmla="*/ 4010025 w 10344150"/>
              <a:gd name="connsiteY3-134" fmla="*/ 1688891 h 1714834"/>
              <a:gd name="connsiteX4-135" fmla="*/ 4972050 w 10344150"/>
              <a:gd name="connsiteY4-136" fmla="*/ 1288841 h 1714834"/>
              <a:gd name="connsiteX5-137" fmla="*/ 6124575 w 10344150"/>
              <a:gd name="connsiteY5-138" fmla="*/ 174416 h 1714834"/>
              <a:gd name="connsiteX6-139" fmla="*/ 7143750 w 10344150"/>
              <a:gd name="connsiteY6-140" fmla="*/ 193466 h 1714834"/>
              <a:gd name="connsiteX7-141" fmla="*/ 9124950 w 10344150"/>
              <a:gd name="connsiteY7-142" fmla="*/ 1517441 h 1714834"/>
              <a:gd name="connsiteX8-143" fmla="*/ 10344150 w 10344150"/>
              <a:gd name="connsiteY8-144" fmla="*/ 1403141 h 1714834"/>
              <a:gd name="connsiteX0-145" fmla="*/ 0 w 10344150"/>
              <a:gd name="connsiteY0-146" fmla="*/ 1326941 h 1711405"/>
              <a:gd name="connsiteX1-147" fmla="*/ 1504950 w 10344150"/>
              <a:gd name="connsiteY1-148" fmla="*/ 22016 h 1711405"/>
              <a:gd name="connsiteX2-149" fmla="*/ 2657475 w 10344150"/>
              <a:gd name="connsiteY2-150" fmla="*/ 631616 h 1711405"/>
              <a:gd name="connsiteX3-151" fmla="*/ 4010025 w 10344150"/>
              <a:gd name="connsiteY3-152" fmla="*/ 1688891 h 1711405"/>
              <a:gd name="connsiteX4-153" fmla="*/ 4933950 w 10344150"/>
              <a:gd name="connsiteY4-154" fmla="*/ 1260266 h 1711405"/>
              <a:gd name="connsiteX5-155" fmla="*/ 6124575 w 10344150"/>
              <a:gd name="connsiteY5-156" fmla="*/ 174416 h 1711405"/>
              <a:gd name="connsiteX6-157" fmla="*/ 7143750 w 10344150"/>
              <a:gd name="connsiteY6-158" fmla="*/ 193466 h 1711405"/>
              <a:gd name="connsiteX7-159" fmla="*/ 9124950 w 10344150"/>
              <a:gd name="connsiteY7-160" fmla="*/ 1517441 h 1711405"/>
              <a:gd name="connsiteX8-161" fmla="*/ 10344150 w 10344150"/>
              <a:gd name="connsiteY8-162" fmla="*/ 1403141 h 1711405"/>
              <a:gd name="connsiteX0-163" fmla="*/ 0 w 10344150"/>
              <a:gd name="connsiteY0-164" fmla="*/ 1326941 h 1715730"/>
              <a:gd name="connsiteX1-165" fmla="*/ 1504950 w 10344150"/>
              <a:gd name="connsiteY1-166" fmla="*/ 22016 h 1715730"/>
              <a:gd name="connsiteX2-167" fmla="*/ 2657475 w 10344150"/>
              <a:gd name="connsiteY2-168" fmla="*/ 631616 h 1715730"/>
              <a:gd name="connsiteX3-169" fmla="*/ 4010025 w 10344150"/>
              <a:gd name="connsiteY3-170" fmla="*/ 1688891 h 1715730"/>
              <a:gd name="connsiteX4-171" fmla="*/ 4933950 w 10344150"/>
              <a:gd name="connsiteY4-172" fmla="*/ 1260266 h 1715730"/>
              <a:gd name="connsiteX5-173" fmla="*/ 6124575 w 10344150"/>
              <a:gd name="connsiteY5-174" fmla="*/ 174416 h 1715730"/>
              <a:gd name="connsiteX6-175" fmla="*/ 7143750 w 10344150"/>
              <a:gd name="connsiteY6-176" fmla="*/ 193466 h 1715730"/>
              <a:gd name="connsiteX7-177" fmla="*/ 9124950 w 10344150"/>
              <a:gd name="connsiteY7-178" fmla="*/ 1517441 h 1715730"/>
              <a:gd name="connsiteX8-179" fmla="*/ 10344150 w 10344150"/>
              <a:gd name="connsiteY8-180" fmla="*/ 1403141 h 1715730"/>
              <a:gd name="connsiteX0-181" fmla="*/ 0 w 10344150"/>
              <a:gd name="connsiteY0-182" fmla="*/ 1326941 h 1732594"/>
              <a:gd name="connsiteX1-183" fmla="*/ 1504950 w 10344150"/>
              <a:gd name="connsiteY1-184" fmla="*/ 22016 h 1732594"/>
              <a:gd name="connsiteX2-185" fmla="*/ 2657475 w 10344150"/>
              <a:gd name="connsiteY2-186" fmla="*/ 631616 h 1732594"/>
              <a:gd name="connsiteX3-187" fmla="*/ 4010025 w 10344150"/>
              <a:gd name="connsiteY3-188" fmla="*/ 1688891 h 1732594"/>
              <a:gd name="connsiteX4-189" fmla="*/ 4953000 w 10344150"/>
              <a:gd name="connsiteY4-190" fmla="*/ 1355516 h 1732594"/>
              <a:gd name="connsiteX5-191" fmla="*/ 6124575 w 10344150"/>
              <a:gd name="connsiteY5-192" fmla="*/ 174416 h 1732594"/>
              <a:gd name="connsiteX6-193" fmla="*/ 7143750 w 10344150"/>
              <a:gd name="connsiteY6-194" fmla="*/ 193466 h 1732594"/>
              <a:gd name="connsiteX7-195" fmla="*/ 9124950 w 10344150"/>
              <a:gd name="connsiteY7-196" fmla="*/ 1517441 h 1732594"/>
              <a:gd name="connsiteX8-197" fmla="*/ 10344150 w 10344150"/>
              <a:gd name="connsiteY8-198" fmla="*/ 1403141 h 1732594"/>
              <a:gd name="connsiteX0-199" fmla="*/ 0 w 10344150"/>
              <a:gd name="connsiteY0-200" fmla="*/ 1324277 h 1819214"/>
              <a:gd name="connsiteX1-201" fmla="*/ 1504950 w 10344150"/>
              <a:gd name="connsiteY1-202" fmla="*/ 19352 h 1819214"/>
              <a:gd name="connsiteX2-203" fmla="*/ 2657475 w 10344150"/>
              <a:gd name="connsiteY2-204" fmla="*/ 628952 h 1819214"/>
              <a:gd name="connsiteX3-205" fmla="*/ 4010025 w 10344150"/>
              <a:gd name="connsiteY3-206" fmla="*/ 1791002 h 1819214"/>
              <a:gd name="connsiteX4-207" fmla="*/ 4953000 w 10344150"/>
              <a:gd name="connsiteY4-208" fmla="*/ 1352852 h 1819214"/>
              <a:gd name="connsiteX5-209" fmla="*/ 6124575 w 10344150"/>
              <a:gd name="connsiteY5-210" fmla="*/ 171752 h 1819214"/>
              <a:gd name="connsiteX6-211" fmla="*/ 7143750 w 10344150"/>
              <a:gd name="connsiteY6-212" fmla="*/ 190802 h 1819214"/>
              <a:gd name="connsiteX7-213" fmla="*/ 9124950 w 10344150"/>
              <a:gd name="connsiteY7-214" fmla="*/ 1514777 h 1819214"/>
              <a:gd name="connsiteX8-215" fmla="*/ 10344150 w 10344150"/>
              <a:gd name="connsiteY8-216" fmla="*/ 1400477 h 1819214"/>
              <a:gd name="connsiteX0-217" fmla="*/ 0 w 10344150"/>
              <a:gd name="connsiteY0-218" fmla="*/ 1324277 h 1808472"/>
              <a:gd name="connsiteX1-219" fmla="*/ 1504950 w 10344150"/>
              <a:gd name="connsiteY1-220" fmla="*/ 19352 h 1808472"/>
              <a:gd name="connsiteX2-221" fmla="*/ 2657475 w 10344150"/>
              <a:gd name="connsiteY2-222" fmla="*/ 628952 h 1808472"/>
              <a:gd name="connsiteX3-223" fmla="*/ 4010025 w 10344150"/>
              <a:gd name="connsiteY3-224" fmla="*/ 1791002 h 1808472"/>
              <a:gd name="connsiteX4-225" fmla="*/ 4991100 w 10344150"/>
              <a:gd name="connsiteY4-226" fmla="*/ 1248077 h 1808472"/>
              <a:gd name="connsiteX5-227" fmla="*/ 6124575 w 10344150"/>
              <a:gd name="connsiteY5-228" fmla="*/ 171752 h 1808472"/>
              <a:gd name="connsiteX6-229" fmla="*/ 7143750 w 10344150"/>
              <a:gd name="connsiteY6-230" fmla="*/ 190802 h 1808472"/>
              <a:gd name="connsiteX7-231" fmla="*/ 9124950 w 10344150"/>
              <a:gd name="connsiteY7-232" fmla="*/ 1514777 h 1808472"/>
              <a:gd name="connsiteX8-233" fmla="*/ 10344150 w 10344150"/>
              <a:gd name="connsiteY8-234" fmla="*/ 1400477 h 1808472"/>
              <a:gd name="connsiteX0-235" fmla="*/ 0 w 10344150"/>
              <a:gd name="connsiteY0-236" fmla="*/ 1324277 h 1811177"/>
              <a:gd name="connsiteX1-237" fmla="*/ 1504950 w 10344150"/>
              <a:gd name="connsiteY1-238" fmla="*/ 19352 h 1811177"/>
              <a:gd name="connsiteX2-239" fmla="*/ 2657475 w 10344150"/>
              <a:gd name="connsiteY2-240" fmla="*/ 628952 h 1811177"/>
              <a:gd name="connsiteX3-241" fmla="*/ 4010025 w 10344150"/>
              <a:gd name="connsiteY3-242" fmla="*/ 1791002 h 1811177"/>
              <a:gd name="connsiteX4-243" fmla="*/ 4991100 w 10344150"/>
              <a:gd name="connsiteY4-244" fmla="*/ 1248077 h 1811177"/>
              <a:gd name="connsiteX5-245" fmla="*/ 6124575 w 10344150"/>
              <a:gd name="connsiteY5-246" fmla="*/ 171752 h 1811177"/>
              <a:gd name="connsiteX6-247" fmla="*/ 7143750 w 10344150"/>
              <a:gd name="connsiteY6-248" fmla="*/ 190802 h 1811177"/>
              <a:gd name="connsiteX7-249" fmla="*/ 9124950 w 10344150"/>
              <a:gd name="connsiteY7-250" fmla="*/ 1514777 h 1811177"/>
              <a:gd name="connsiteX8-251" fmla="*/ 10344150 w 10344150"/>
              <a:gd name="connsiteY8-252" fmla="*/ 1400477 h 1811177"/>
              <a:gd name="connsiteX0-253" fmla="*/ 0 w 10344150"/>
              <a:gd name="connsiteY0-254" fmla="*/ 1324277 h 1886967"/>
              <a:gd name="connsiteX1-255" fmla="*/ 1504950 w 10344150"/>
              <a:gd name="connsiteY1-256" fmla="*/ 19352 h 1886967"/>
              <a:gd name="connsiteX2-257" fmla="*/ 2657475 w 10344150"/>
              <a:gd name="connsiteY2-258" fmla="*/ 628952 h 1886967"/>
              <a:gd name="connsiteX3-259" fmla="*/ 4010025 w 10344150"/>
              <a:gd name="connsiteY3-260" fmla="*/ 1791002 h 1886967"/>
              <a:gd name="connsiteX4-261" fmla="*/ 4857750 w 10344150"/>
              <a:gd name="connsiteY4-262" fmla="*/ 1590977 h 1886967"/>
              <a:gd name="connsiteX5-263" fmla="*/ 6124575 w 10344150"/>
              <a:gd name="connsiteY5-264" fmla="*/ 171752 h 1886967"/>
              <a:gd name="connsiteX6-265" fmla="*/ 7143750 w 10344150"/>
              <a:gd name="connsiteY6-266" fmla="*/ 190802 h 1886967"/>
              <a:gd name="connsiteX7-267" fmla="*/ 9124950 w 10344150"/>
              <a:gd name="connsiteY7-268" fmla="*/ 1514777 h 1886967"/>
              <a:gd name="connsiteX8-269" fmla="*/ 10344150 w 10344150"/>
              <a:gd name="connsiteY8-270" fmla="*/ 1400477 h 1886967"/>
              <a:gd name="connsiteX0-271" fmla="*/ 0 w 10344150"/>
              <a:gd name="connsiteY0-272" fmla="*/ 1324899 h 1956905"/>
              <a:gd name="connsiteX1-273" fmla="*/ 1504950 w 10344150"/>
              <a:gd name="connsiteY1-274" fmla="*/ 19974 h 1956905"/>
              <a:gd name="connsiteX2-275" fmla="*/ 2657475 w 10344150"/>
              <a:gd name="connsiteY2-276" fmla="*/ 629574 h 1956905"/>
              <a:gd name="connsiteX3-277" fmla="*/ 3952875 w 10344150"/>
              <a:gd name="connsiteY3-278" fmla="*/ 1896399 h 1956905"/>
              <a:gd name="connsiteX4-279" fmla="*/ 4857750 w 10344150"/>
              <a:gd name="connsiteY4-280" fmla="*/ 1591599 h 1956905"/>
              <a:gd name="connsiteX5-281" fmla="*/ 6124575 w 10344150"/>
              <a:gd name="connsiteY5-282" fmla="*/ 172374 h 1956905"/>
              <a:gd name="connsiteX6-283" fmla="*/ 7143750 w 10344150"/>
              <a:gd name="connsiteY6-284" fmla="*/ 191424 h 1956905"/>
              <a:gd name="connsiteX7-285" fmla="*/ 9124950 w 10344150"/>
              <a:gd name="connsiteY7-286" fmla="*/ 1515399 h 1956905"/>
              <a:gd name="connsiteX8-287" fmla="*/ 10344150 w 10344150"/>
              <a:gd name="connsiteY8-288" fmla="*/ 1401099 h 1956905"/>
              <a:gd name="connsiteX0-289" fmla="*/ 0 w 10344150"/>
              <a:gd name="connsiteY0-290" fmla="*/ 1324899 h 1977897"/>
              <a:gd name="connsiteX1-291" fmla="*/ 1504950 w 10344150"/>
              <a:gd name="connsiteY1-292" fmla="*/ 19974 h 1977897"/>
              <a:gd name="connsiteX2-293" fmla="*/ 2657475 w 10344150"/>
              <a:gd name="connsiteY2-294" fmla="*/ 629574 h 1977897"/>
              <a:gd name="connsiteX3-295" fmla="*/ 3952875 w 10344150"/>
              <a:gd name="connsiteY3-296" fmla="*/ 1896399 h 1977897"/>
              <a:gd name="connsiteX4-297" fmla="*/ 4857750 w 10344150"/>
              <a:gd name="connsiteY4-298" fmla="*/ 1591599 h 1977897"/>
              <a:gd name="connsiteX5-299" fmla="*/ 6124575 w 10344150"/>
              <a:gd name="connsiteY5-300" fmla="*/ 172374 h 1977897"/>
              <a:gd name="connsiteX6-301" fmla="*/ 7143750 w 10344150"/>
              <a:gd name="connsiteY6-302" fmla="*/ 191424 h 1977897"/>
              <a:gd name="connsiteX7-303" fmla="*/ 9124950 w 10344150"/>
              <a:gd name="connsiteY7-304" fmla="*/ 1515399 h 1977897"/>
              <a:gd name="connsiteX8-305" fmla="*/ 10344150 w 10344150"/>
              <a:gd name="connsiteY8-306" fmla="*/ 1401099 h 1977897"/>
              <a:gd name="connsiteX0-307" fmla="*/ 0 w 10344150"/>
              <a:gd name="connsiteY0-308" fmla="*/ 1324899 h 1971827"/>
              <a:gd name="connsiteX1-309" fmla="*/ 1504950 w 10344150"/>
              <a:gd name="connsiteY1-310" fmla="*/ 19974 h 1971827"/>
              <a:gd name="connsiteX2-311" fmla="*/ 2657475 w 10344150"/>
              <a:gd name="connsiteY2-312" fmla="*/ 629574 h 1971827"/>
              <a:gd name="connsiteX3-313" fmla="*/ 3952875 w 10344150"/>
              <a:gd name="connsiteY3-314" fmla="*/ 1896399 h 1971827"/>
              <a:gd name="connsiteX4-315" fmla="*/ 4829175 w 10344150"/>
              <a:gd name="connsiteY4-316" fmla="*/ 1572549 h 1971827"/>
              <a:gd name="connsiteX5-317" fmla="*/ 6124575 w 10344150"/>
              <a:gd name="connsiteY5-318" fmla="*/ 172374 h 1971827"/>
              <a:gd name="connsiteX6-319" fmla="*/ 7143750 w 10344150"/>
              <a:gd name="connsiteY6-320" fmla="*/ 191424 h 1971827"/>
              <a:gd name="connsiteX7-321" fmla="*/ 9124950 w 10344150"/>
              <a:gd name="connsiteY7-322" fmla="*/ 1515399 h 1971827"/>
              <a:gd name="connsiteX8-323" fmla="*/ 10344150 w 10344150"/>
              <a:gd name="connsiteY8-324" fmla="*/ 1401099 h 197182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344150" h="1971827">
                <a:moveTo>
                  <a:pt x="0" y="1324899"/>
                </a:moveTo>
                <a:cubicBezTo>
                  <a:pt x="551656" y="739111"/>
                  <a:pt x="1062037" y="135862"/>
                  <a:pt x="1504950" y="19974"/>
                </a:cubicBezTo>
                <a:cubicBezTo>
                  <a:pt x="1947863" y="-95914"/>
                  <a:pt x="2249488" y="316837"/>
                  <a:pt x="2657475" y="629574"/>
                </a:cubicBezTo>
                <a:cubicBezTo>
                  <a:pt x="3065463" y="942312"/>
                  <a:pt x="3590925" y="1739237"/>
                  <a:pt x="3952875" y="1896399"/>
                </a:cubicBezTo>
                <a:cubicBezTo>
                  <a:pt x="4314825" y="2053562"/>
                  <a:pt x="4448175" y="1974186"/>
                  <a:pt x="4829175" y="1572549"/>
                </a:cubicBezTo>
                <a:cubicBezTo>
                  <a:pt x="5210175" y="1170912"/>
                  <a:pt x="5738813" y="402562"/>
                  <a:pt x="6124575" y="172374"/>
                </a:cubicBezTo>
                <a:cubicBezTo>
                  <a:pt x="6510338" y="-57814"/>
                  <a:pt x="6643688" y="-32414"/>
                  <a:pt x="7143750" y="191424"/>
                </a:cubicBezTo>
                <a:cubicBezTo>
                  <a:pt x="7643813" y="415262"/>
                  <a:pt x="8591550" y="1313787"/>
                  <a:pt x="9124950" y="1515399"/>
                </a:cubicBezTo>
                <a:cubicBezTo>
                  <a:pt x="9658350" y="1717012"/>
                  <a:pt x="10018712" y="1570168"/>
                  <a:pt x="10344150" y="1401099"/>
                </a:cubicBezTo>
              </a:path>
            </a:pathLst>
          </a:custGeom>
          <a:noFill/>
          <a:ln w="25400" cap="rnd">
            <a:solidFill>
              <a:srgbClr val="626262"/>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p:cNvGrpSpPr/>
          <p:nvPr/>
        </p:nvGrpSpPr>
        <p:grpSpPr>
          <a:xfrm>
            <a:off x="2042656" y="1797529"/>
            <a:ext cx="1611107" cy="1559550"/>
            <a:chOff x="1926406" y="2401724"/>
            <a:chExt cx="1611107" cy="1559550"/>
          </a:xfrm>
        </p:grpSpPr>
        <p:grpSp>
          <p:nvGrpSpPr>
            <p:cNvPr id="66" name="组合 65"/>
            <p:cNvGrpSpPr/>
            <p:nvPr/>
          </p:nvGrpSpPr>
          <p:grpSpPr>
            <a:xfrm>
              <a:off x="1926406" y="2401724"/>
              <a:ext cx="1611107" cy="1559550"/>
              <a:chOff x="5168600" y="4343400"/>
              <a:chExt cx="1190626" cy="1152525"/>
            </a:xfrm>
          </p:grpSpPr>
          <p:sp>
            <p:nvSpPr>
              <p:cNvPr id="68" name="椭圆 67"/>
              <p:cNvSpPr/>
              <p:nvPr/>
            </p:nvSpPr>
            <p:spPr>
              <a:xfrm>
                <a:off x="5263851" y="4400550"/>
                <a:ext cx="1095375" cy="1095375"/>
              </a:xfrm>
              <a:prstGeom prst="ellipse">
                <a:avLst/>
              </a:pr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椭圆 68"/>
              <p:cNvSpPr/>
              <p:nvPr/>
            </p:nvSpPr>
            <p:spPr>
              <a:xfrm>
                <a:off x="5168600" y="4343400"/>
                <a:ext cx="1095375" cy="1095375"/>
              </a:xfrm>
              <a:prstGeom prst="ellipse">
                <a:avLst/>
              </a:prstGeom>
              <a:solidFill>
                <a:schemeClr val="bg1"/>
              </a:solidFill>
              <a:ln>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椭圆 66"/>
            <p:cNvSpPr/>
            <p:nvPr/>
          </p:nvSpPr>
          <p:spPr>
            <a:xfrm>
              <a:off x="1970818" y="2460007"/>
              <a:ext cx="1387668" cy="1387668"/>
            </a:xfrm>
            <a:prstGeom prst="ellipse">
              <a:avLst/>
            </a:prstGeom>
            <a:solidFill>
              <a:schemeClr val="bg1"/>
            </a:solidFill>
            <a:ln>
              <a:solidFill>
                <a:srgbClr val="6262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 name="组合 70"/>
          <p:cNvGrpSpPr/>
          <p:nvPr/>
        </p:nvGrpSpPr>
        <p:grpSpPr>
          <a:xfrm>
            <a:off x="4380579" y="3395165"/>
            <a:ext cx="1611107" cy="1559550"/>
            <a:chOff x="1926406" y="2401724"/>
            <a:chExt cx="1611107" cy="1559550"/>
          </a:xfrm>
        </p:grpSpPr>
        <p:grpSp>
          <p:nvGrpSpPr>
            <p:cNvPr id="73" name="组合 72"/>
            <p:cNvGrpSpPr/>
            <p:nvPr/>
          </p:nvGrpSpPr>
          <p:grpSpPr>
            <a:xfrm>
              <a:off x="1926406" y="2401724"/>
              <a:ext cx="1611107" cy="1559550"/>
              <a:chOff x="5168600" y="4343400"/>
              <a:chExt cx="1190626" cy="1152525"/>
            </a:xfrm>
          </p:grpSpPr>
          <p:sp>
            <p:nvSpPr>
              <p:cNvPr id="75" name="椭圆 74"/>
              <p:cNvSpPr/>
              <p:nvPr/>
            </p:nvSpPr>
            <p:spPr>
              <a:xfrm>
                <a:off x="5263851" y="4400550"/>
                <a:ext cx="1095375" cy="1095375"/>
              </a:xfrm>
              <a:prstGeom prst="ellipse">
                <a:avLst/>
              </a:pr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椭圆 75"/>
              <p:cNvSpPr/>
              <p:nvPr/>
            </p:nvSpPr>
            <p:spPr>
              <a:xfrm>
                <a:off x="5168600" y="4343400"/>
                <a:ext cx="1095375" cy="1095375"/>
              </a:xfrm>
              <a:prstGeom prst="ellipse">
                <a:avLst/>
              </a:prstGeom>
              <a:solidFill>
                <a:schemeClr val="bg1"/>
              </a:solidFill>
              <a:ln>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4" name="椭圆 73"/>
            <p:cNvSpPr/>
            <p:nvPr/>
          </p:nvSpPr>
          <p:spPr>
            <a:xfrm>
              <a:off x="1970818" y="2460007"/>
              <a:ext cx="1387668" cy="1387668"/>
            </a:xfrm>
            <a:prstGeom prst="ellipse">
              <a:avLst/>
            </a:prstGeom>
            <a:solidFill>
              <a:schemeClr val="bg1"/>
            </a:solidFill>
            <a:ln>
              <a:solidFill>
                <a:srgbClr val="6262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8" name="组合 77"/>
          <p:cNvGrpSpPr/>
          <p:nvPr/>
        </p:nvGrpSpPr>
        <p:grpSpPr>
          <a:xfrm>
            <a:off x="6880531" y="1854156"/>
            <a:ext cx="1611107" cy="1559550"/>
            <a:chOff x="1926406" y="2401724"/>
            <a:chExt cx="1611107" cy="1559550"/>
          </a:xfrm>
        </p:grpSpPr>
        <p:grpSp>
          <p:nvGrpSpPr>
            <p:cNvPr id="80" name="组合 79"/>
            <p:cNvGrpSpPr/>
            <p:nvPr/>
          </p:nvGrpSpPr>
          <p:grpSpPr>
            <a:xfrm>
              <a:off x="1926406" y="2401724"/>
              <a:ext cx="1611107" cy="1559550"/>
              <a:chOff x="5168600" y="4343400"/>
              <a:chExt cx="1190626" cy="1152525"/>
            </a:xfrm>
          </p:grpSpPr>
          <p:sp>
            <p:nvSpPr>
              <p:cNvPr id="82" name="椭圆 81"/>
              <p:cNvSpPr/>
              <p:nvPr/>
            </p:nvSpPr>
            <p:spPr>
              <a:xfrm>
                <a:off x="5263851" y="4400550"/>
                <a:ext cx="1095375" cy="1095375"/>
              </a:xfrm>
              <a:prstGeom prst="ellipse">
                <a:avLst/>
              </a:pr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椭圆 82"/>
              <p:cNvSpPr/>
              <p:nvPr/>
            </p:nvSpPr>
            <p:spPr>
              <a:xfrm>
                <a:off x="5168600" y="4343400"/>
                <a:ext cx="1095375" cy="1095375"/>
              </a:xfrm>
              <a:prstGeom prst="ellipse">
                <a:avLst/>
              </a:prstGeom>
              <a:solidFill>
                <a:schemeClr val="bg1"/>
              </a:solidFill>
              <a:ln>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1" name="椭圆 80"/>
            <p:cNvSpPr/>
            <p:nvPr/>
          </p:nvSpPr>
          <p:spPr>
            <a:xfrm>
              <a:off x="1970818" y="2460007"/>
              <a:ext cx="1387668" cy="1387668"/>
            </a:xfrm>
            <a:prstGeom prst="ellipse">
              <a:avLst/>
            </a:prstGeom>
            <a:solidFill>
              <a:schemeClr val="bg1"/>
            </a:solidFill>
            <a:ln>
              <a:solidFill>
                <a:srgbClr val="6262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5" name="组合 84"/>
          <p:cNvGrpSpPr/>
          <p:nvPr/>
        </p:nvGrpSpPr>
        <p:grpSpPr>
          <a:xfrm>
            <a:off x="9245185" y="3214103"/>
            <a:ext cx="1611107" cy="1559550"/>
            <a:chOff x="1926406" y="2401724"/>
            <a:chExt cx="1611107" cy="1559550"/>
          </a:xfrm>
        </p:grpSpPr>
        <p:grpSp>
          <p:nvGrpSpPr>
            <p:cNvPr id="87" name="组合 86"/>
            <p:cNvGrpSpPr/>
            <p:nvPr/>
          </p:nvGrpSpPr>
          <p:grpSpPr>
            <a:xfrm>
              <a:off x="1926406" y="2401724"/>
              <a:ext cx="1611107" cy="1559550"/>
              <a:chOff x="5168600" y="4343400"/>
              <a:chExt cx="1190626" cy="1152525"/>
            </a:xfrm>
          </p:grpSpPr>
          <p:sp>
            <p:nvSpPr>
              <p:cNvPr id="89" name="椭圆 88"/>
              <p:cNvSpPr/>
              <p:nvPr/>
            </p:nvSpPr>
            <p:spPr>
              <a:xfrm>
                <a:off x="5263851" y="4400550"/>
                <a:ext cx="1095375" cy="1095375"/>
              </a:xfrm>
              <a:prstGeom prst="ellipse">
                <a:avLst/>
              </a:prstGeom>
              <a:solidFill>
                <a:srgbClr val="626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0" name="椭圆 89"/>
              <p:cNvSpPr/>
              <p:nvPr/>
            </p:nvSpPr>
            <p:spPr>
              <a:xfrm>
                <a:off x="5168600" y="4343400"/>
                <a:ext cx="1095375" cy="1095375"/>
              </a:xfrm>
              <a:prstGeom prst="ellipse">
                <a:avLst/>
              </a:prstGeom>
              <a:solidFill>
                <a:schemeClr val="bg1"/>
              </a:solidFill>
              <a:ln>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8" name="椭圆 87"/>
            <p:cNvSpPr/>
            <p:nvPr/>
          </p:nvSpPr>
          <p:spPr>
            <a:xfrm>
              <a:off x="1970818" y="2460007"/>
              <a:ext cx="1387668" cy="1387668"/>
            </a:xfrm>
            <a:prstGeom prst="ellipse">
              <a:avLst/>
            </a:prstGeom>
            <a:solidFill>
              <a:schemeClr val="bg1"/>
            </a:solidFill>
            <a:ln>
              <a:solidFill>
                <a:srgbClr val="62626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1" name="文本框 90"/>
          <p:cNvSpPr txBox="1"/>
          <p:nvPr/>
        </p:nvSpPr>
        <p:spPr>
          <a:xfrm>
            <a:off x="1766285" y="3535766"/>
            <a:ext cx="2107233" cy="400110"/>
          </a:xfrm>
          <a:prstGeom prst="rect">
            <a:avLst/>
          </a:prstGeom>
          <a:noFill/>
        </p:spPr>
        <p:txBody>
          <a:bodyPr wrap="square" rtlCol="0">
            <a:spAutoFit/>
          </a:bodyPr>
          <a:lstStyle/>
          <a:p>
            <a:r>
              <a:rPr lang="zh-CN" altLang="en-US" sz="2000" dirty="0">
                <a:ln w="6350">
                  <a:noFill/>
                </a:ln>
                <a:solidFill>
                  <a:srgbClr val="626262"/>
                </a:solidFill>
                <a:latin typeface="汉仪黑荔枝体简" panose="00020600040101010101" pitchFamily="18" charset="-122"/>
                <a:ea typeface="汉仪黑荔枝体简" panose="00020600040101010101" pitchFamily="18" charset="-122"/>
              </a:rPr>
              <a:t>点击输入文字</a:t>
            </a:r>
            <a:endParaRPr lang="zh-CN" altLang="en-US" sz="2000" dirty="0">
              <a:ln w="6350">
                <a:noFill/>
              </a:ln>
              <a:solidFill>
                <a:srgbClr val="626262"/>
              </a:solidFill>
              <a:latin typeface="汉仪黑荔枝体简" panose="00020600040101010101" pitchFamily="18" charset="-122"/>
              <a:ea typeface="汉仪黑荔枝体简" panose="00020600040101010101" pitchFamily="18" charset="-122"/>
            </a:endParaRPr>
          </a:p>
        </p:txBody>
      </p:sp>
      <p:sp>
        <p:nvSpPr>
          <p:cNvPr id="92" name="文本框 91"/>
          <p:cNvSpPr txBox="1"/>
          <p:nvPr/>
        </p:nvSpPr>
        <p:spPr>
          <a:xfrm>
            <a:off x="4261835" y="4995751"/>
            <a:ext cx="2107233" cy="400110"/>
          </a:xfrm>
          <a:prstGeom prst="rect">
            <a:avLst/>
          </a:prstGeom>
          <a:noFill/>
        </p:spPr>
        <p:txBody>
          <a:bodyPr wrap="square" rtlCol="0">
            <a:spAutoFit/>
          </a:bodyPr>
          <a:lstStyle/>
          <a:p>
            <a:r>
              <a:rPr lang="zh-CN" altLang="en-US" sz="2000">
                <a:ln w="6350">
                  <a:noFill/>
                </a:ln>
                <a:solidFill>
                  <a:srgbClr val="626262"/>
                </a:solidFill>
                <a:latin typeface="汉仪黑荔枝体简" panose="00020600040101010101" pitchFamily="18" charset="-122"/>
                <a:ea typeface="汉仪黑荔枝体简" panose="00020600040101010101" pitchFamily="18" charset="-122"/>
              </a:rPr>
              <a:t>点击输入文字</a:t>
            </a:r>
            <a:endParaRPr lang="zh-CN" altLang="en-US" sz="2000" dirty="0">
              <a:ln w="6350">
                <a:noFill/>
              </a:ln>
              <a:solidFill>
                <a:srgbClr val="626262"/>
              </a:solidFill>
              <a:latin typeface="汉仪黑荔枝体简" panose="00020600040101010101" pitchFamily="18" charset="-122"/>
              <a:ea typeface="汉仪黑荔枝体简" panose="00020600040101010101" pitchFamily="18" charset="-122"/>
            </a:endParaRPr>
          </a:p>
        </p:txBody>
      </p:sp>
      <p:sp>
        <p:nvSpPr>
          <p:cNvPr id="93" name="文本框 92"/>
          <p:cNvSpPr txBox="1"/>
          <p:nvPr/>
        </p:nvSpPr>
        <p:spPr>
          <a:xfrm>
            <a:off x="6832824" y="3562564"/>
            <a:ext cx="2107233" cy="400110"/>
          </a:xfrm>
          <a:prstGeom prst="rect">
            <a:avLst/>
          </a:prstGeom>
          <a:noFill/>
        </p:spPr>
        <p:txBody>
          <a:bodyPr wrap="square" rtlCol="0">
            <a:spAutoFit/>
          </a:bodyPr>
          <a:lstStyle/>
          <a:p>
            <a:r>
              <a:rPr lang="zh-CN" altLang="en-US" sz="2000">
                <a:ln w="6350">
                  <a:noFill/>
                </a:ln>
                <a:solidFill>
                  <a:srgbClr val="626262"/>
                </a:solidFill>
                <a:latin typeface="汉仪黑荔枝体简" panose="00020600040101010101" pitchFamily="18" charset="-122"/>
                <a:ea typeface="汉仪黑荔枝体简" panose="00020600040101010101" pitchFamily="18" charset="-122"/>
              </a:rPr>
              <a:t>点击输入文字</a:t>
            </a:r>
            <a:endParaRPr lang="zh-CN" altLang="en-US" sz="2000" dirty="0">
              <a:ln w="6350">
                <a:noFill/>
              </a:ln>
              <a:solidFill>
                <a:srgbClr val="626262"/>
              </a:solidFill>
              <a:latin typeface="汉仪黑荔枝体简" panose="00020600040101010101" pitchFamily="18" charset="-122"/>
              <a:ea typeface="汉仪黑荔枝体简" panose="00020600040101010101" pitchFamily="18" charset="-122"/>
            </a:endParaRPr>
          </a:p>
        </p:txBody>
      </p:sp>
      <p:sp>
        <p:nvSpPr>
          <p:cNvPr id="94" name="文本框 93"/>
          <p:cNvSpPr txBox="1"/>
          <p:nvPr/>
        </p:nvSpPr>
        <p:spPr>
          <a:xfrm>
            <a:off x="9238978" y="4824988"/>
            <a:ext cx="2107233" cy="400110"/>
          </a:xfrm>
          <a:prstGeom prst="rect">
            <a:avLst/>
          </a:prstGeom>
          <a:noFill/>
        </p:spPr>
        <p:txBody>
          <a:bodyPr wrap="square" rtlCol="0">
            <a:spAutoFit/>
          </a:bodyPr>
          <a:lstStyle/>
          <a:p>
            <a:r>
              <a:rPr lang="zh-CN" altLang="en-US" sz="2000">
                <a:ln w="6350">
                  <a:noFill/>
                </a:ln>
                <a:solidFill>
                  <a:srgbClr val="626262"/>
                </a:solidFill>
                <a:latin typeface="汉仪黑荔枝体简" panose="00020600040101010101" pitchFamily="18" charset="-122"/>
                <a:ea typeface="汉仪黑荔枝体简" panose="00020600040101010101" pitchFamily="18" charset="-122"/>
              </a:rPr>
              <a:t>点击输入文字</a:t>
            </a:r>
            <a:endParaRPr lang="zh-CN" altLang="en-US" sz="2000" dirty="0">
              <a:ln w="6350">
                <a:noFill/>
              </a:ln>
              <a:solidFill>
                <a:srgbClr val="626262"/>
              </a:solidFill>
              <a:latin typeface="汉仪黑荔枝体简" panose="00020600040101010101" pitchFamily="18" charset="-122"/>
              <a:ea typeface="汉仪黑荔枝体简" panose="00020600040101010101" pitchFamily="18" charset="-122"/>
            </a:endParaRPr>
          </a:p>
        </p:txBody>
      </p:sp>
      <p:sp>
        <p:nvSpPr>
          <p:cNvPr id="95" name="矩形 94"/>
          <p:cNvSpPr/>
          <p:nvPr/>
        </p:nvSpPr>
        <p:spPr>
          <a:xfrm>
            <a:off x="1590189" y="4066654"/>
            <a:ext cx="2212494" cy="790345"/>
          </a:xfrm>
          <a:prstGeom prst="rect">
            <a:avLst/>
          </a:prstGeom>
        </p:spPr>
        <p:txBody>
          <a:bodyPr wrap="square">
            <a:spAutoFit/>
          </a:bodyPr>
          <a:lstStyle/>
          <a:p>
            <a:pPr algn="ctr">
              <a:lnSpc>
                <a:spcPct val="130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96" name="矩形 95"/>
          <p:cNvSpPr/>
          <p:nvPr/>
        </p:nvSpPr>
        <p:spPr>
          <a:xfrm>
            <a:off x="3955649" y="5366992"/>
            <a:ext cx="2212494" cy="790345"/>
          </a:xfrm>
          <a:prstGeom prst="rect">
            <a:avLst/>
          </a:prstGeom>
        </p:spPr>
        <p:txBody>
          <a:bodyPr wrap="square">
            <a:spAutoFit/>
          </a:bodyPr>
          <a:lstStyle/>
          <a:p>
            <a:pPr algn="ctr">
              <a:lnSpc>
                <a:spcPct val="130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97" name="矩形 96"/>
          <p:cNvSpPr/>
          <p:nvPr/>
        </p:nvSpPr>
        <p:spPr>
          <a:xfrm>
            <a:off x="6604949" y="3955211"/>
            <a:ext cx="2212494" cy="790345"/>
          </a:xfrm>
          <a:prstGeom prst="rect">
            <a:avLst/>
          </a:prstGeom>
        </p:spPr>
        <p:txBody>
          <a:bodyPr wrap="square">
            <a:spAutoFit/>
          </a:bodyPr>
          <a:lstStyle/>
          <a:p>
            <a:pPr algn="ctr">
              <a:lnSpc>
                <a:spcPct val="130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98" name="矩形 97"/>
          <p:cNvSpPr/>
          <p:nvPr/>
        </p:nvSpPr>
        <p:spPr>
          <a:xfrm>
            <a:off x="8940057" y="5195806"/>
            <a:ext cx="2212494" cy="790345"/>
          </a:xfrm>
          <a:prstGeom prst="rect">
            <a:avLst/>
          </a:prstGeom>
        </p:spPr>
        <p:txBody>
          <a:bodyPr wrap="square">
            <a:spAutoFit/>
          </a:bodyPr>
          <a:lstStyle/>
          <a:p>
            <a:pPr algn="ctr">
              <a:lnSpc>
                <a:spcPct val="130000"/>
              </a:lnSpc>
            </a:pPr>
            <a:r>
              <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2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2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pic>
        <p:nvPicPr>
          <p:cNvPr id="99"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11939" t="44267" r="61841" b="37078"/>
          <a:stretch>
            <a:fillRect/>
          </a:stretch>
        </p:blipFill>
        <p:spPr bwMode="auto">
          <a:xfrm>
            <a:off x="2232414" y="1957473"/>
            <a:ext cx="1046129" cy="1119998"/>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11939" t="44267" r="61841" b="37078"/>
          <a:stretch>
            <a:fillRect/>
          </a:stretch>
        </p:blipFill>
        <p:spPr bwMode="auto">
          <a:xfrm>
            <a:off x="4656517" y="3552707"/>
            <a:ext cx="1046129" cy="1119998"/>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11939" t="44267" r="61841" b="37078"/>
          <a:stretch>
            <a:fillRect/>
          </a:stretch>
        </p:blipFill>
        <p:spPr bwMode="auto">
          <a:xfrm>
            <a:off x="7156411" y="1927832"/>
            <a:ext cx="1046129" cy="1119998"/>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6"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11939" t="44267" r="61841" b="37078"/>
          <a:stretch>
            <a:fillRect/>
          </a:stretch>
        </p:blipFill>
        <p:spPr bwMode="auto">
          <a:xfrm>
            <a:off x="9523239" y="3379207"/>
            <a:ext cx="1046129" cy="11199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3"/>
            <a:chOff x="0" y="0"/>
            <a:chExt cx="12192000" cy="6858003"/>
          </a:xfrm>
        </p:grpSpPr>
        <p:grpSp>
          <p:nvGrpSpPr>
            <p:cNvPr id="3" name="组合 2"/>
            <p:cNvGrpSpPr/>
            <p:nvPr/>
          </p:nvGrpSpPr>
          <p:grpSpPr>
            <a:xfrm>
              <a:off x="0" y="174173"/>
              <a:ext cx="12192000" cy="6531426"/>
              <a:chOff x="0" y="275771"/>
              <a:chExt cx="12192000" cy="6531426"/>
            </a:xfrm>
          </p:grpSpPr>
          <p:cxnSp>
            <p:nvCxnSpPr>
              <p:cNvPr id="39" name="直接连接符 38"/>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5400000">
              <a:off x="133350" y="163287"/>
              <a:ext cx="6858000" cy="6531426"/>
              <a:chOff x="0" y="275771"/>
              <a:chExt cx="12192000" cy="6531426"/>
            </a:xfrm>
          </p:grpSpPr>
          <p:cxnSp>
            <p:nvCxnSpPr>
              <p:cNvPr id="20" name="直接连接符 19"/>
              <p:cNvCxnSpPr/>
              <p:nvPr/>
            </p:nvCxnSpPr>
            <p:spPr>
              <a:xfrm>
                <a:off x="0" y="27577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63862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100148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136434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172719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rot="5400000">
              <a:off x="6103260" y="1070432"/>
              <a:ext cx="6858000" cy="4717141"/>
              <a:chOff x="0" y="2090056"/>
              <a:chExt cx="12192000" cy="4717141"/>
            </a:xfrm>
          </p:grpSpPr>
          <p:cxnSp>
            <p:nvCxnSpPr>
              <p:cNvPr id="6" name="直接连接符 5"/>
              <p:cNvCxnSpPr/>
              <p:nvPr/>
            </p:nvCxnSpPr>
            <p:spPr>
              <a:xfrm>
                <a:off x="0" y="209005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0" y="245291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281577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7862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541484"/>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904341"/>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4267198"/>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4630055"/>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4992912"/>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5355769"/>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5718626"/>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6081483"/>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6444340"/>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6807197"/>
                <a:ext cx="12192000" cy="0"/>
              </a:xfrm>
              <a:prstGeom prst="line">
                <a:avLst/>
              </a:prstGeom>
              <a:ln w="12700">
                <a:solidFill>
                  <a:srgbClr val="CCCCCC"/>
                </a:solidFill>
              </a:ln>
            </p:spPr>
            <p:style>
              <a:lnRef idx="1">
                <a:schemeClr val="accent1"/>
              </a:lnRef>
              <a:fillRef idx="0">
                <a:schemeClr val="accent1"/>
              </a:fillRef>
              <a:effectRef idx="0">
                <a:schemeClr val="accent1"/>
              </a:effectRef>
              <a:fontRef idx="minor">
                <a:schemeClr val="tx1"/>
              </a:fontRef>
            </p:style>
          </p:cxnSp>
        </p:grpSp>
      </p:grpSp>
      <p:grpSp>
        <p:nvGrpSpPr>
          <p:cNvPr id="60" name="组合 59"/>
          <p:cNvGrpSpPr/>
          <p:nvPr/>
        </p:nvGrpSpPr>
        <p:grpSpPr>
          <a:xfrm>
            <a:off x="288589" y="265798"/>
            <a:ext cx="11614823" cy="6326403"/>
            <a:chOff x="388485" y="379189"/>
            <a:chExt cx="11415030" cy="6099622"/>
          </a:xfrm>
        </p:grpSpPr>
        <p:sp>
          <p:nvSpPr>
            <p:cNvPr id="58" name="矩形: 圆角 57"/>
            <p:cNvSpPr/>
            <p:nvPr/>
          </p:nvSpPr>
          <p:spPr>
            <a:xfrm>
              <a:off x="388485" y="379189"/>
              <a:ext cx="11415030" cy="6099622"/>
            </a:xfrm>
            <a:prstGeom prst="roundRect">
              <a:avLst/>
            </a:prstGeom>
            <a:solidFill>
              <a:schemeClr val="bg1"/>
            </a:solidFill>
            <a:ln w="2540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p:cNvSpPr/>
            <p:nvPr/>
          </p:nvSpPr>
          <p:spPr>
            <a:xfrm>
              <a:off x="483341" y="482983"/>
              <a:ext cx="11225318" cy="5892035"/>
            </a:xfrm>
            <a:prstGeom prst="roundRect">
              <a:avLst/>
            </a:prstGeom>
            <a:noFill/>
            <a:ln w="0">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p:cNvSpPr txBox="1"/>
          <p:nvPr/>
        </p:nvSpPr>
        <p:spPr>
          <a:xfrm>
            <a:off x="4373875" y="442581"/>
            <a:ext cx="3468596" cy="582660"/>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b="0">
                <a:solidFill>
                  <a:srgbClr val="626262"/>
                </a:solidFill>
                <a:latin typeface="汉仪黑荔枝体简" panose="00020600040101010101" pitchFamily="18" charset="-122"/>
                <a:ea typeface="汉仪黑荔枝体简" panose="00020600040101010101" pitchFamily="18" charset="-122"/>
              </a:rPr>
              <a:t>教学工作总结</a:t>
            </a:r>
            <a:endParaRPr lang="zh-CN" altLang="en-US" b="0" dirty="0">
              <a:solidFill>
                <a:srgbClr val="626262"/>
              </a:solidFill>
              <a:latin typeface="汉仪黑荔枝体简" panose="00020600040101010101" pitchFamily="18" charset="-122"/>
              <a:ea typeface="汉仪黑荔枝体简" panose="00020600040101010101" pitchFamily="18" charset="-122"/>
            </a:endParaRPr>
          </a:p>
        </p:txBody>
      </p:sp>
      <p:sp>
        <p:nvSpPr>
          <p:cNvPr id="63" name="矩形 62"/>
          <p:cNvSpPr/>
          <p:nvPr/>
        </p:nvSpPr>
        <p:spPr>
          <a:xfrm>
            <a:off x="2920469" y="3004164"/>
            <a:ext cx="2604678" cy="369332"/>
          </a:xfrm>
          <a:prstGeom prst="rect">
            <a:avLst/>
          </a:prstGeom>
          <a:noFill/>
        </p:spPr>
        <p:txBody>
          <a:bodyPr wrap="square" rtlCol="0">
            <a:spAutoFit/>
          </a:bodyPr>
          <a:lstStyle/>
          <a:p>
            <a:pPr algn="dist"/>
            <a:r>
              <a:rPr lang="zh-CN" altLang="en-US" dirty="0">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dirty="0">
              <a:solidFill>
                <a:srgbClr val="626262"/>
              </a:solidFill>
              <a:latin typeface="汉仪黑荔枝体简" panose="00020600040101010101" pitchFamily="18" charset="-122"/>
              <a:ea typeface="汉仪黑荔枝体简" panose="00020600040101010101" pitchFamily="18" charset="-122"/>
            </a:endParaRPr>
          </a:p>
        </p:txBody>
      </p:sp>
      <p:sp>
        <p:nvSpPr>
          <p:cNvPr id="64" name="矩形 63"/>
          <p:cNvSpPr/>
          <p:nvPr/>
        </p:nvSpPr>
        <p:spPr>
          <a:xfrm>
            <a:off x="2920469" y="3336032"/>
            <a:ext cx="2373331" cy="906723"/>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66" name="矩形 65"/>
          <p:cNvSpPr/>
          <p:nvPr/>
        </p:nvSpPr>
        <p:spPr>
          <a:xfrm>
            <a:off x="8525630" y="3004164"/>
            <a:ext cx="2604678" cy="369332"/>
          </a:xfrm>
          <a:prstGeom prst="rect">
            <a:avLst/>
          </a:prstGeom>
          <a:noFill/>
        </p:spPr>
        <p:txBody>
          <a:bodyPr wrap="square" rtlCol="0">
            <a:spAutoFit/>
          </a:bodyPr>
          <a:lstStyle/>
          <a:p>
            <a:pPr algn="dist"/>
            <a:r>
              <a:rPr lang="zh-CN" altLang="en-US">
                <a:solidFill>
                  <a:srgbClr val="626262"/>
                </a:solidFill>
                <a:latin typeface="汉仪黑荔枝体简" panose="00020600040101010101" pitchFamily="18" charset="-122"/>
                <a:ea typeface="汉仪黑荔枝体简" panose="00020600040101010101" pitchFamily="18" charset="-122"/>
              </a:rPr>
              <a:t>点击在此输入文本内容</a:t>
            </a:r>
            <a:endParaRPr lang="zh-CN" altLang="en-US" dirty="0">
              <a:solidFill>
                <a:srgbClr val="626262"/>
              </a:solidFill>
              <a:latin typeface="汉仪黑荔枝体简" panose="00020600040101010101" pitchFamily="18" charset="-122"/>
              <a:ea typeface="汉仪黑荔枝体简" panose="00020600040101010101" pitchFamily="18" charset="-122"/>
            </a:endParaRPr>
          </a:p>
        </p:txBody>
      </p:sp>
      <p:sp>
        <p:nvSpPr>
          <p:cNvPr id="67" name="矩形 66"/>
          <p:cNvSpPr/>
          <p:nvPr/>
        </p:nvSpPr>
        <p:spPr>
          <a:xfrm>
            <a:off x="8525630" y="3336032"/>
            <a:ext cx="2373331" cy="906723"/>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68" name="矩形 67"/>
          <p:cNvSpPr/>
          <p:nvPr/>
        </p:nvSpPr>
        <p:spPr>
          <a:xfrm>
            <a:off x="1475766" y="4903311"/>
            <a:ext cx="8953825" cy="626646"/>
          </a:xfrm>
          <a:prstGeom prst="rect">
            <a:avLst/>
          </a:prstGeom>
        </p:spPr>
        <p:txBody>
          <a:bodyPr wrap="square">
            <a:spAutoFit/>
          </a:bodyPr>
          <a:lstStyle/>
          <a:p>
            <a:pPr algn="ctr">
              <a:lnSpc>
                <a:spcPct val="130000"/>
              </a:lnSpc>
            </a:pP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标题数字等都可以通过点击和重新输入进行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更改，菜单开始栏设置中可以对字体、行距、大小、间距等</a:t>
            </a:r>
            <a:r>
              <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rPr>
              <a:t>进行</a:t>
            </a:r>
            <a:r>
              <a:rPr lang="zh-CN" altLang="en-US" sz="1400">
                <a:solidFill>
                  <a:schemeClr val="tx1">
                    <a:lumMod val="75000"/>
                    <a:lumOff val="25000"/>
                  </a:schemeClr>
                </a:solidFill>
                <a:latin typeface="微软雅黑 Light" panose="020B0502040204020203" pitchFamily="34" charset="-122"/>
                <a:ea typeface="微软雅黑 Light" panose="020B0502040204020203" pitchFamily="34" charset="-122"/>
              </a:rPr>
              <a:t>修改。建议参考原模板的风格字体字号。</a:t>
            </a:r>
            <a:endParaRPr lang="zh-CN" altLang="en-US" sz="140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pic>
        <p:nvPicPr>
          <p:cNvPr id="69" name="图片 68"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5323" t="19927" r="61784" b="63448"/>
          <a:stretch>
            <a:fillRect/>
          </a:stretch>
        </p:blipFill>
        <p:spPr bwMode="auto">
          <a:xfrm rot="2451705">
            <a:off x="649074" y="2606685"/>
            <a:ext cx="2252944" cy="1713463"/>
          </a:xfrm>
          <a:custGeom>
            <a:avLst/>
            <a:gdLst>
              <a:gd name="connsiteX0" fmla="*/ 0 w 2931206"/>
              <a:gd name="connsiteY0" fmla="*/ 0 h 2229311"/>
              <a:gd name="connsiteX1" fmla="*/ 2931206 w 2931206"/>
              <a:gd name="connsiteY1" fmla="*/ 0 h 2229311"/>
              <a:gd name="connsiteX2" fmla="*/ 2931206 w 2931206"/>
              <a:gd name="connsiteY2" fmla="*/ 1575146 h 2229311"/>
              <a:gd name="connsiteX3" fmla="*/ 2732769 w 2931206"/>
              <a:gd name="connsiteY3" fmla="*/ 1746711 h 2229311"/>
              <a:gd name="connsiteX4" fmla="*/ 2708956 w 2931206"/>
              <a:gd name="connsiteY4" fmla="*/ 1799099 h 2229311"/>
              <a:gd name="connsiteX5" fmla="*/ 2649205 w 2931206"/>
              <a:gd name="connsiteY5" fmla="*/ 2229311 h 2229311"/>
              <a:gd name="connsiteX6" fmla="*/ 0 w 2931206"/>
              <a:gd name="connsiteY6" fmla="*/ 2229311 h 2229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1206" h="2229311">
                <a:moveTo>
                  <a:pt x="0" y="0"/>
                </a:moveTo>
                <a:lnTo>
                  <a:pt x="2931206" y="0"/>
                </a:lnTo>
                <a:lnTo>
                  <a:pt x="2931206" y="1575146"/>
                </a:lnTo>
                <a:lnTo>
                  <a:pt x="2732769" y="1746711"/>
                </a:lnTo>
                <a:lnTo>
                  <a:pt x="2708956" y="1799099"/>
                </a:lnTo>
                <a:lnTo>
                  <a:pt x="2649205" y="2229311"/>
                </a:lnTo>
                <a:lnTo>
                  <a:pt x="0" y="2229311"/>
                </a:lnTo>
                <a:close/>
              </a:path>
            </a:pathLst>
          </a:custGeom>
          <a:noFill/>
          <a:extLst>
            <a:ext uri="{909E8E84-426E-40DD-AFC4-6F175D3DCCD1}">
              <a14:hiddenFill xmlns:a14="http://schemas.microsoft.com/office/drawing/2010/main">
                <a:solidFill>
                  <a:srgbClr val="FFFFFF"/>
                </a:solidFill>
              </a14:hiddenFill>
            </a:ext>
          </a:extLst>
        </p:spPr>
      </p:pic>
      <p:pic>
        <p:nvPicPr>
          <p:cNvPr id="70" name="图片 69"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5323" t="19927" r="61784" b="63448"/>
          <a:stretch>
            <a:fillRect/>
          </a:stretch>
        </p:blipFill>
        <p:spPr bwMode="auto">
          <a:xfrm rot="2451705">
            <a:off x="6315981" y="2636039"/>
            <a:ext cx="2252944" cy="1713463"/>
          </a:xfrm>
          <a:custGeom>
            <a:avLst/>
            <a:gdLst>
              <a:gd name="connsiteX0" fmla="*/ 0 w 2931206"/>
              <a:gd name="connsiteY0" fmla="*/ 0 h 2229311"/>
              <a:gd name="connsiteX1" fmla="*/ 2931206 w 2931206"/>
              <a:gd name="connsiteY1" fmla="*/ 0 h 2229311"/>
              <a:gd name="connsiteX2" fmla="*/ 2931206 w 2931206"/>
              <a:gd name="connsiteY2" fmla="*/ 1575146 h 2229311"/>
              <a:gd name="connsiteX3" fmla="*/ 2732769 w 2931206"/>
              <a:gd name="connsiteY3" fmla="*/ 1746711 h 2229311"/>
              <a:gd name="connsiteX4" fmla="*/ 2708956 w 2931206"/>
              <a:gd name="connsiteY4" fmla="*/ 1799099 h 2229311"/>
              <a:gd name="connsiteX5" fmla="*/ 2649205 w 2931206"/>
              <a:gd name="connsiteY5" fmla="*/ 2229311 h 2229311"/>
              <a:gd name="connsiteX6" fmla="*/ 0 w 2931206"/>
              <a:gd name="connsiteY6" fmla="*/ 2229311 h 2229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1206" h="2229311">
                <a:moveTo>
                  <a:pt x="0" y="0"/>
                </a:moveTo>
                <a:lnTo>
                  <a:pt x="2931206" y="0"/>
                </a:lnTo>
                <a:lnTo>
                  <a:pt x="2931206" y="1575146"/>
                </a:lnTo>
                <a:lnTo>
                  <a:pt x="2732769" y="1746711"/>
                </a:lnTo>
                <a:lnTo>
                  <a:pt x="2708956" y="1799099"/>
                </a:lnTo>
                <a:lnTo>
                  <a:pt x="2649205" y="2229311"/>
                </a:lnTo>
                <a:lnTo>
                  <a:pt x="0" y="2229311"/>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33741" t="58850" r="40038" b="28081"/>
          <a:stretch>
            <a:fillRect/>
          </a:stretch>
        </p:blipFill>
        <p:spPr bwMode="auto">
          <a:xfrm>
            <a:off x="594970" y="4724012"/>
            <a:ext cx="569752" cy="427314"/>
          </a:xfrm>
          <a:prstGeom prst="rect">
            <a:avLst/>
          </a:prstGeom>
          <a:noFill/>
          <a:extLst>
            <a:ext uri="{909E8E84-426E-40DD-AFC4-6F175D3DCCD1}">
              <a14:hiddenFill xmlns:a14="http://schemas.microsoft.com/office/drawing/2010/main">
                <a:solidFill>
                  <a:srgbClr val="FFFFFF"/>
                </a:solidFill>
              </a14:hiddenFill>
            </a:ext>
          </a:extLst>
        </p:spPr>
      </p:pic>
      <p:grpSp>
        <p:nvGrpSpPr>
          <p:cNvPr id="55" name="组合 54"/>
          <p:cNvGrpSpPr/>
          <p:nvPr/>
        </p:nvGrpSpPr>
        <p:grpSpPr>
          <a:xfrm>
            <a:off x="1648957" y="455672"/>
            <a:ext cx="8647323" cy="6015001"/>
            <a:chOff x="2039980" y="422864"/>
            <a:chExt cx="8256300" cy="5743009"/>
          </a:xfrm>
        </p:grpSpPr>
        <p:sp>
          <p:nvSpPr>
            <p:cNvPr id="12" name="任意多边形: 形状 11"/>
            <p:cNvSpPr/>
            <p:nvPr/>
          </p:nvSpPr>
          <p:spPr>
            <a:xfrm rot="5563438">
              <a:off x="3296625" y="-833781"/>
              <a:ext cx="5743009" cy="8256300"/>
            </a:xfrm>
            <a:custGeom>
              <a:avLst/>
              <a:gdLst>
                <a:gd name="connsiteX0" fmla="*/ 2180 w 5743009"/>
                <a:gd name="connsiteY0" fmla="*/ 328070 h 8256300"/>
                <a:gd name="connsiteX1" fmla="*/ 323659 w 5743009"/>
                <a:gd name="connsiteY1" fmla="*/ 0 h 8256300"/>
                <a:gd name="connsiteX2" fmla="*/ 4210394 w 5743009"/>
                <a:gd name="connsiteY2" fmla="*/ 179793 h 8256300"/>
                <a:gd name="connsiteX3" fmla="*/ 4709720 w 5743009"/>
                <a:gd name="connsiteY3" fmla="*/ 931512 h 8256300"/>
                <a:gd name="connsiteX4" fmla="*/ 4795634 w 5743009"/>
                <a:gd name="connsiteY4" fmla="*/ 1627466 h 8256300"/>
                <a:gd name="connsiteX5" fmla="*/ 5743009 w 5743009"/>
                <a:gd name="connsiteY5" fmla="*/ 2785562 h 8256300"/>
                <a:gd name="connsiteX6" fmla="*/ 4938600 w 5743009"/>
                <a:gd name="connsiteY6" fmla="*/ 2785562 h 8256300"/>
                <a:gd name="connsiteX7" fmla="*/ 5508202 w 5743009"/>
                <a:gd name="connsiteY7" fmla="*/ 7399650 h 8256300"/>
                <a:gd name="connsiteX8" fmla="*/ 5257268 w 5743009"/>
                <a:gd name="connsiteY8" fmla="*/ 7735290 h 8256300"/>
                <a:gd name="connsiteX9" fmla="*/ 1670730 w 5743009"/>
                <a:gd name="connsiteY9" fmla="*/ 8253220 h 8256300"/>
                <a:gd name="connsiteX10" fmla="*/ 1335090 w 5743009"/>
                <a:gd name="connsiteY10" fmla="*/ 8002286 h 8256300"/>
                <a:gd name="connsiteX11" fmla="*/ 63047 w 5743009"/>
                <a:gd name="connsiteY11" fmla="*/ 666674 h 8256300"/>
                <a:gd name="connsiteX12" fmla="*/ 2180 w 5743009"/>
                <a:gd name="connsiteY12" fmla="*/ 328070 h 825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43009" h="8256300">
                  <a:moveTo>
                    <a:pt x="2180" y="328070"/>
                  </a:moveTo>
                  <a:cubicBezTo>
                    <a:pt x="-24026" y="-48914"/>
                    <a:pt x="192052" y="19005"/>
                    <a:pt x="323659" y="0"/>
                  </a:cubicBezTo>
                  <a:cubicBezTo>
                    <a:pt x="1622660" y="42815"/>
                    <a:pt x="3737926" y="113955"/>
                    <a:pt x="4210394" y="179793"/>
                  </a:cubicBezTo>
                  <a:cubicBezTo>
                    <a:pt x="4682863" y="245630"/>
                    <a:pt x="4606954" y="511091"/>
                    <a:pt x="4709720" y="931512"/>
                  </a:cubicBezTo>
                  <a:lnTo>
                    <a:pt x="4795634" y="1627466"/>
                  </a:lnTo>
                  <a:lnTo>
                    <a:pt x="5743009" y="2785562"/>
                  </a:lnTo>
                  <a:lnTo>
                    <a:pt x="4938600" y="2785562"/>
                  </a:lnTo>
                  <a:lnTo>
                    <a:pt x="5508202" y="7399650"/>
                  </a:lnTo>
                  <a:cubicBezTo>
                    <a:pt x="5531593" y="7561628"/>
                    <a:pt x="5419246" y="7711899"/>
                    <a:pt x="5257268" y="7735290"/>
                  </a:cubicBezTo>
                  <a:lnTo>
                    <a:pt x="1670730" y="8253220"/>
                  </a:lnTo>
                  <a:cubicBezTo>
                    <a:pt x="1508753" y="8276611"/>
                    <a:pt x="1358481" y="8164264"/>
                    <a:pt x="1335090" y="8002286"/>
                  </a:cubicBezTo>
                  <a:cubicBezTo>
                    <a:pt x="990006" y="5612660"/>
                    <a:pt x="458873" y="3053885"/>
                    <a:pt x="63047" y="666674"/>
                  </a:cubicBezTo>
                  <a:cubicBezTo>
                    <a:pt x="27178" y="525755"/>
                    <a:pt x="8228" y="415067"/>
                    <a:pt x="2180" y="328070"/>
                  </a:cubicBezTo>
                  <a:close/>
                </a:path>
              </a:pathLst>
            </a:custGeom>
            <a:solidFill>
              <a:schemeClr val="bg1"/>
            </a:solidFill>
            <a:ln w="66675">
              <a:solidFill>
                <a:srgbClr val="6262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rotWithShape="1">
            <a:blip r:embed="rId2"/>
            <a:srcRect l="8507" t="4333" r="13782" b="11111"/>
            <a:stretch>
              <a:fillRect/>
            </a:stretch>
          </p:blipFill>
          <p:spPr>
            <a:xfrm>
              <a:off x="2206172" y="754743"/>
              <a:ext cx="8077652" cy="5196114"/>
            </a:xfrm>
            <a:custGeom>
              <a:avLst/>
              <a:gdLst>
                <a:gd name="connsiteX0" fmla="*/ 7674426 w 8077652"/>
                <a:gd name="connsiteY0" fmla="*/ 0 h 5196114"/>
                <a:gd name="connsiteX1" fmla="*/ 8077652 w 8077652"/>
                <a:gd name="connsiteY1" fmla="*/ 0 h 5196114"/>
                <a:gd name="connsiteX2" fmla="*/ 8077652 w 8077652"/>
                <a:gd name="connsiteY2" fmla="*/ 762537 h 5196114"/>
                <a:gd name="connsiteX3" fmla="*/ 7814128 w 8077652"/>
                <a:gd name="connsiteY3" fmla="*/ 3829957 h 5196114"/>
                <a:gd name="connsiteX4" fmla="*/ 7623628 w 8077652"/>
                <a:gd name="connsiteY4" fmla="*/ 4376057 h 5196114"/>
                <a:gd name="connsiteX5" fmla="*/ 6264728 w 8077652"/>
                <a:gd name="connsiteY5" fmla="*/ 4528457 h 5196114"/>
                <a:gd name="connsiteX6" fmla="*/ 5344171 w 8077652"/>
                <a:gd name="connsiteY6" fmla="*/ 5196114 h 5196114"/>
                <a:gd name="connsiteX7" fmla="*/ 5117280 w 8077652"/>
                <a:gd name="connsiteY7" fmla="*/ 5196114 h 5196114"/>
                <a:gd name="connsiteX8" fmla="*/ 5147128 w 8077652"/>
                <a:gd name="connsiteY8" fmla="*/ 4579257 h 5196114"/>
                <a:gd name="connsiteX9" fmla="*/ 549728 w 8077652"/>
                <a:gd name="connsiteY9" fmla="*/ 4922157 h 5196114"/>
                <a:gd name="connsiteX10" fmla="*/ 0 w 8077652"/>
                <a:gd name="connsiteY10" fmla="*/ 4922157 h 5196114"/>
                <a:gd name="connsiteX11" fmla="*/ 0 w 8077652"/>
                <a:gd name="connsiteY11" fmla="*/ 4889747 h 5196114"/>
                <a:gd name="connsiteX12" fmla="*/ 321128 w 8077652"/>
                <a:gd name="connsiteY12" fmla="*/ 4845957 h 5196114"/>
                <a:gd name="connsiteX13" fmla="*/ 0 w 8077652"/>
                <a:gd name="connsiteY13" fmla="*/ 1462644 h 5196114"/>
                <a:gd name="connsiteX14" fmla="*/ 0 w 8077652"/>
                <a:gd name="connsiteY14" fmla="*/ 1045287 h 5196114"/>
                <a:gd name="connsiteX15" fmla="*/ 54428 w 8077652"/>
                <a:gd name="connsiteY15" fmla="*/ 959757 h 5196114"/>
                <a:gd name="connsiteX16" fmla="*/ 549728 w 8077652"/>
                <a:gd name="connsiteY16" fmla="*/ 845457 h 5196114"/>
                <a:gd name="connsiteX17" fmla="*/ 4169228 w 8077652"/>
                <a:gd name="connsiteY17" fmla="*/ 375557 h 519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77652" h="5196114">
                  <a:moveTo>
                    <a:pt x="7674426" y="0"/>
                  </a:moveTo>
                  <a:lnTo>
                    <a:pt x="8077652" y="0"/>
                  </a:lnTo>
                  <a:lnTo>
                    <a:pt x="8077652" y="762537"/>
                  </a:lnTo>
                  <a:lnTo>
                    <a:pt x="7814128" y="3829957"/>
                  </a:lnTo>
                  <a:lnTo>
                    <a:pt x="7623628" y="4376057"/>
                  </a:lnTo>
                  <a:lnTo>
                    <a:pt x="6264728" y="4528457"/>
                  </a:lnTo>
                  <a:lnTo>
                    <a:pt x="5344171" y="5196114"/>
                  </a:lnTo>
                  <a:lnTo>
                    <a:pt x="5117280" y="5196114"/>
                  </a:lnTo>
                  <a:lnTo>
                    <a:pt x="5147128" y="4579257"/>
                  </a:lnTo>
                  <a:lnTo>
                    <a:pt x="549728" y="4922157"/>
                  </a:lnTo>
                  <a:lnTo>
                    <a:pt x="0" y="4922157"/>
                  </a:lnTo>
                  <a:lnTo>
                    <a:pt x="0" y="4889747"/>
                  </a:lnTo>
                  <a:lnTo>
                    <a:pt x="321128" y="4845957"/>
                  </a:lnTo>
                  <a:lnTo>
                    <a:pt x="0" y="1462644"/>
                  </a:lnTo>
                  <a:lnTo>
                    <a:pt x="0" y="1045287"/>
                  </a:lnTo>
                  <a:lnTo>
                    <a:pt x="54428" y="959757"/>
                  </a:lnTo>
                  <a:lnTo>
                    <a:pt x="549728" y="845457"/>
                  </a:lnTo>
                  <a:lnTo>
                    <a:pt x="4169228" y="375557"/>
                  </a:lnTo>
                  <a:close/>
                </a:path>
              </a:pathLst>
            </a:custGeom>
            <a:ln>
              <a:noFill/>
            </a:ln>
          </p:spPr>
        </p:pic>
        <p:sp>
          <p:nvSpPr>
            <p:cNvPr id="54" name="任意多边形: 形状 53"/>
            <p:cNvSpPr/>
            <p:nvPr/>
          </p:nvSpPr>
          <p:spPr>
            <a:xfrm rot="5563438">
              <a:off x="3421788" y="-714071"/>
              <a:ext cx="5492680" cy="8035351"/>
            </a:xfrm>
            <a:custGeom>
              <a:avLst/>
              <a:gdLst>
                <a:gd name="connsiteX0" fmla="*/ 2180 w 5743009"/>
                <a:gd name="connsiteY0" fmla="*/ 328070 h 8256300"/>
                <a:gd name="connsiteX1" fmla="*/ 323659 w 5743009"/>
                <a:gd name="connsiteY1" fmla="*/ 0 h 8256300"/>
                <a:gd name="connsiteX2" fmla="*/ 4210394 w 5743009"/>
                <a:gd name="connsiteY2" fmla="*/ 179793 h 8256300"/>
                <a:gd name="connsiteX3" fmla="*/ 4709720 w 5743009"/>
                <a:gd name="connsiteY3" fmla="*/ 931512 h 8256300"/>
                <a:gd name="connsiteX4" fmla="*/ 4795634 w 5743009"/>
                <a:gd name="connsiteY4" fmla="*/ 1627466 h 8256300"/>
                <a:gd name="connsiteX5" fmla="*/ 5743009 w 5743009"/>
                <a:gd name="connsiteY5" fmla="*/ 2785562 h 8256300"/>
                <a:gd name="connsiteX6" fmla="*/ 4938600 w 5743009"/>
                <a:gd name="connsiteY6" fmla="*/ 2785562 h 8256300"/>
                <a:gd name="connsiteX7" fmla="*/ 5508202 w 5743009"/>
                <a:gd name="connsiteY7" fmla="*/ 7399650 h 8256300"/>
                <a:gd name="connsiteX8" fmla="*/ 5257268 w 5743009"/>
                <a:gd name="connsiteY8" fmla="*/ 7735290 h 8256300"/>
                <a:gd name="connsiteX9" fmla="*/ 1670730 w 5743009"/>
                <a:gd name="connsiteY9" fmla="*/ 8253220 h 8256300"/>
                <a:gd name="connsiteX10" fmla="*/ 1335090 w 5743009"/>
                <a:gd name="connsiteY10" fmla="*/ 8002286 h 8256300"/>
                <a:gd name="connsiteX11" fmla="*/ 63047 w 5743009"/>
                <a:gd name="connsiteY11" fmla="*/ 666674 h 8256300"/>
                <a:gd name="connsiteX12" fmla="*/ 2180 w 5743009"/>
                <a:gd name="connsiteY12" fmla="*/ 328070 h 825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43009" h="8256300">
                  <a:moveTo>
                    <a:pt x="2180" y="328070"/>
                  </a:moveTo>
                  <a:cubicBezTo>
                    <a:pt x="-24026" y="-48914"/>
                    <a:pt x="192052" y="19005"/>
                    <a:pt x="323659" y="0"/>
                  </a:cubicBezTo>
                  <a:cubicBezTo>
                    <a:pt x="1622660" y="42815"/>
                    <a:pt x="3737926" y="113955"/>
                    <a:pt x="4210394" y="179793"/>
                  </a:cubicBezTo>
                  <a:cubicBezTo>
                    <a:pt x="4682863" y="245630"/>
                    <a:pt x="4606954" y="511091"/>
                    <a:pt x="4709720" y="931512"/>
                  </a:cubicBezTo>
                  <a:lnTo>
                    <a:pt x="4795634" y="1627466"/>
                  </a:lnTo>
                  <a:lnTo>
                    <a:pt x="5743009" y="2785562"/>
                  </a:lnTo>
                  <a:lnTo>
                    <a:pt x="4938600" y="2785562"/>
                  </a:lnTo>
                  <a:lnTo>
                    <a:pt x="5508202" y="7399650"/>
                  </a:lnTo>
                  <a:cubicBezTo>
                    <a:pt x="5531593" y="7561628"/>
                    <a:pt x="5419246" y="7711899"/>
                    <a:pt x="5257268" y="7735290"/>
                  </a:cubicBezTo>
                  <a:lnTo>
                    <a:pt x="1670730" y="8253220"/>
                  </a:lnTo>
                  <a:cubicBezTo>
                    <a:pt x="1508753" y="8276611"/>
                    <a:pt x="1358481" y="8164264"/>
                    <a:pt x="1335090" y="8002286"/>
                  </a:cubicBezTo>
                  <a:cubicBezTo>
                    <a:pt x="990006" y="5612660"/>
                    <a:pt x="458873" y="3053885"/>
                    <a:pt x="63047" y="666674"/>
                  </a:cubicBezTo>
                  <a:cubicBezTo>
                    <a:pt x="27178" y="525755"/>
                    <a:pt x="8228" y="415067"/>
                    <a:pt x="2180" y="328070"/>
                  </a:cubicBezTo>
                  <a:close/>
                </a:path>
              </a:pathLst>
            </a:custGeom>
            <a:noFill/>
            <a:ln w="0">
              <a:solidFill>
                <a:srgbClr val="62626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文本框 56"/>
          <p:cNvSpPr txBox="1"/>
          <p:nvPr/>
        </p:nvSpPr>
        <p:spPr>
          <a:xfrm rot="21214060">
            <a:off x="2193537" y="2739267"/>
            <a:ext cx="7825609" cy="1015663"/>
          </a:xfrm>
          <a:prstGeom prst="rect">
            <a:avLst/>
          </a:prstGeom>
          <a:noFill/>
        </p:spPr>
        <p:txBody>
          <a:bodyPr wrap="square" rtlCol="0">
            <a:spAutoFit/>
          </a:bodyPr>
          <a:lstStyle/>
          <a:p>
            <a:pPr algn="r"/>
            <a:r>
              <a:rPr lang="zh-CN" altLang="en-US" sz="6000" dirty="0">
                <a:solidFill>
                  <a:srgbClr val="626262"/>
                </a:solidFill>
                <a:latin typeface="汉仪黑荔枝体简" panose="00020600040101010101" pitchFamily="18" charset="-122"/>
                <a:ea typeface="汉仪黑荔枝体简" panose="00020600040101010101" pitchFamily="18" charset="-122"/>
              </a:rPr>
              <a:t>感谢你的聆听下课了</a:t>
            </a:r>
            <a:endParaRPr lang="zh-CN" altLang="en-US" sz="6000" dirty="0">
              <a:solidFill>
                <a:srgbClr val="626262"/>
              </a:solidFill>
              <a:latin typeface="汉仪黑荔枝体简" panose="00020600040101010101" pitchFamily="18" charset="-122"/>
              <a:ea typeface="汉仪黑荔枝体简" panose="00020600040101010101" pitchFamily="18" charset="-122"/>
            </a:endParaRPr>
          </a:p>
        </p:txBody>
      </p:sp>
      <p:sp>
        <p:nvSpPr>
          <p:cNvPr id="59" name="文本框 58"/>
          <p:cNvSpPr txBox="1"/>
          <p:nvPr/>
        </p:nvSpPr>
        <p:spPr>
          <a:xfrm rot="21214060">
            <a:off x="5189591" y="1584623"/>
            <a:ext cx="4879028" cy="1015663"/>
          </a:xfrm>
          <a:prstGeom prst="rect">
            <a:avLst/>
          </a:prstGeom>
          <a:noFill/>
        </p:spPr>
        <p:txBody>
          <a:bodyPr wrap="square" rtlCol="0">
            <a:spAutoFit/>
          </a:bodyPr>
          <a:lstStyle/>
          <a:p>
            <a:r>
              <a:rPr lang="zh-CN" altLang="en-US" sz="6000">
                <a:solidFill>
                  <a:srgbClr val="626262"/>
                </a:solidFill>
                <a:latin typeface="汉仪黑荔枝体简" panose="00020600040101010101" pitchFamily="18" charset="-122"/>
                <a:ea typeface="汉仪黑荔枝体简" panose="00020600040101010101" pitchFamily="18" charset="-122"/>
              </a:rPr>
              <a:t>幼儿教学总结</a:t>
            </a:r>
            <a:endParaRPr lang="zh-CN" altLang="en-US" sz="6000" dirty="0">
              <a:solidFill>
                <a:srgbClr val="626262"/>
              </a:solidFill>
              <a:latin typeface="汉仪黑荔枝体简" panose="00020600040101010101" pitchFamily="18" charset="-122"/>
              <a:ea typeface="汉仪黑荔枝体简" panose="00020600040101010101" pitchFamily="18" charset="-122"/>
            </a:endParaRPr>
          </a:p>
        </p:txBody>
      </p:sp>
      <p:grpSp>
        <p:nvGrpSpPr>
          <p:cNvPr id="64" name="组合 63"/>
          <p:cNvGrpSpPr/>
          <p:nvPr/>
        </p:nvGrpSpPr>
        <p:grpSpPr>
          <a:xfrm>
            <a:off x="3809254" y="3754672"/>
            <a:ext cx="6035997" cy="926135"/>
            <a:chOff x="3809254" y="3754672"/>
            <a:chExt cx="6035997" cy="926135"/>
          </a:xfrm>
        </p:grpSpPr>
        <p:sp>
          <p:nvSpPr>
            <p:cNvPr id="62" name="任意多边形: 形状 61"/>
            <p:cNvSpPr/>
            <p:nvPr/>
          </p:nvSpPr>
          <p:spPr>
            <a:xfrm rot="21247874">
              <a:off x="3809254" y="3848769"/>
              <a:ext cx="5981047" cy="832038"/>
            </a:xfrm>
            <a:custGeom>
              <a:avLst/>
              <a:gdLst>
                <a:gd name="connsiteX0" fmla="*/ 0 w 5981047"/>
                <a:gd name="connsiteY0" fmla="*/ 416018 h 832038"/>
                <a:gd name="connsiteX1" fmla="*/ 0 w 5981047"/>
                <a:gd name="connsiteY1" fmla="*/ 416018 h 832038"/>
                <a:gd name="connsiteX2" fmla="*/ 0 w 5981047"/>
                <a:gd name="connsiteY2" fmla="*/ 416019 h 832038"/>
                <a:gd name="connsiteX3" fmla="*/ 5981047 w 5981047"/>
                <a:gd name="connsiteY3" fmla="*/ 0 h 832038"/>
                <a:gd name="connsiteX4" fmla="*/ 5471593 w 5981047"/>
                <a:gd name="connsiteY4" fmla="*/ 480196 h 832038"/>
                <a:gd name="connsiteX5" fmla="*/ 5803229 w 5981047"/>
                <a:gd name="connsiteY5" fmla="*/ 832038 h 832038"/>
                <a:gd name="connsiteX6" fmla="*/ 416019 w 5981047"/>
                <a:gd name="connsiteY6" fmla="*/ 832037 h 832038"/>
                <a:gd name="connsiteX7" fmla="*/ 8452 w 5981047"/>
                <a:gd name="connsiteY7" fmla="*/ 499860 h 832038"/>
                <a:gd name="connsiteX8" fmla="*/ 0 w 5981047"/>
                <a:gd name="connsiteY8" fmla="*/ 416018 h 832038"/>
                <a:gd name="connsiteX9" fmla="*/ 32693 w 5981047"/>
                <a:gd name="connsiteY9" fmla="*/ 254085 h 832038"/>
                <a:gd name="connsiteX10" fmla="*/ 416019 w 5981047"/>
                <a:gd name="connsiteY10" fmla="*/ 0 h 83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1047" h="832038">
                  <a:moveTo>
                    <a:pt x="0" y="416018"/>
                  </a:moveTo>
                  <a:lnTo>
                    <a:pt x="0" y="416018"/>
                  </a:lnTo>
                  <a:lnTo>
                    <a:pt x="0" y="416019"/>
                  </a:lnTo>
                  <a:close/>
                  <a:moveTo>
                    <a:pt x="5981047" y="0"/>
                  </a:moveTo>
                  <a:lnTo>
                    <a:pt x="5471593" y="480196"/>
                  </a:lnTo>
                  <a:lnTo>
                    <a:pt x="5803229" y="832038"/>
                  </a:lnTo>
                  <a:lnTo>
                    <a:pt x="416019" y="832037"/>
                  </a:lnTo>
                  <a:cubicBezTo>
                    <a:pt x="214978" y="832037"/>
                    <a:pt x="47244" y="689433"/>
                    <a:pt x="8452" y="499860"/>
                  </a:cubicBezTo>
                  <a:lnTo>
                    <a:pt x="0" y="416018"/>
                  </a:lnTo>
                  <a:lnTo>
                    <a:pt x="32693" y="254085"/>
                  </a:lnTo>
                  <a:cubicBezTo>
                    <a:pt x="95848" y="104770"/>
                    <a:pt x="243698" y="0"/>
                    <a:pt x="41601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直角三角形 62"/>
            <p:cNvSpPr/>
            <p:nvPr/>
          </p:nvSpPr>
          <p:spPr>
            <a:xfrm rot="3008743">
              <a:off x="9443744" y="3467464"/>
              <a:ext cx="114300" cy="688715"/>
            </a:xfrm>
            <a:prstGeom prst="r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6" name="文本框 65"/>
          <p:cNvSpPr txBox="1"/>
          <p:nvPr/>
        </p:nvSpPr>
        <p:spPr>
          <a:xfrm rot="21214060">
            <a:off x="3971694" y="3894952"/>
            <a:ext cx="5770143" cy="307777"/>
          </a:xfrm>
          <a:prstGeom prst="rect">
            <a:avLst/>
          </a:prstGeom>
          <a:noFill/>
        </p:spPr>
        <p:txBody>
          <a:bodyPr wrap="square" rtlCol="0">
            <a:spAutoFit/>
          </a:bodyPr>
          <a:lstStyle/>
          <a:p>
            <a:r>
              <a:rPr lang="en-US" altLang="zh-CN" sz="1400" dirty="0">
                <a:solidFill>
                  <a:srgbClr val="626262"/>
                </a:solidFill>
                <a:latin typeface="汉仪黑荔枝体简" panose="00020600040101010101" pitchFamily="18" charset="-122"/>
                <a:ea typeface="汉仪黑荔枝体简" panose="00020600040101010101" pitchFamily="18" charset="-122"/>
              </a:rPr>
              <a:t>SIMPLE HAND DRAWN CARTOON GENERAL TEMPLATE</a:t>
            </a:r>
            <a:endParaRPr lang="zh-CN" altLang="en-US" sz="1400" dirty="0">
              <a:solidFill>
                <a:srgbClr val="626262"/>
              </a:solidFill>
              <a:latin typeface="汉仪黑荔枝体简" panose="00020600040101010101" pitchFamily="18" charset="-122"/>
              <a:ea typeface="汉仪黑荔枝体简" panose="00020600040101010101" pitchFamily="18" charset="-122"/>
            </a:endParaRPr>
          </a:p>
        </p:txBody>
      </p:sp>
      <p:pic>
        <p:nvPicPr>
          <p:cNvPr id="68" name="图片 67" descr="学习用品"/>
          <p:cNvPicPr>
            <a:picLocks noChangeAspect="1" noChangeArrowheads="1"/>
          </p:cNvPicPr>
          <p:nvPr/>
        </p:nvPicPr>
        <p:blipFill rotWithShape="1">
          <a:blip r:embed="rId1">
            <a:extLst>
              <a:ext uri="{28A0092B-C50C-407E-A947-70E740481C1C}">
                <a14:useLocalDpi xmlns:a14="http://schemas.microsoft.com/office/drawing/2010/main" val="0"/>
              </a:ext>
            </a:extLst>
          </a:blip>
          <a:srcRect l="72458" t="55267" b="20329"/>
          <a:stretch>
            <a:fillRect/>
          </a:stretch>
        </p:blipFill>
        <p:spPr bwMode="auto">
          <a:xfrm rot="21136299">
            <a:off x="2394140" y="4088071"/>
            <a:ext cx="1960015" cy="2613202"/>
          </a:xfrm>
          <a:custGeom>
            <a:avLst/>
            <a:gdLst>
              <a:gd name="connsiteX0" fmla="*/ 0 w 2454728"/>
              <a:gd name="connsiteY0" fmla="*/ 0 h 3272782"/>
              <a:gd name="connsiteX1" fmla="*/ 2454728 w 2454728"/>
              <a:gd name="connsiteY1" fmla="*/ 0 h 3272782"/>
              <a:gd name="connsiteX2" fmla="*/ 2454728 w 2454728"/>
              <a:gd name="connsiteY2" fmla="*/ 3272782 h 3272782"/>
              <a:gd name="connsiteX3" fmla="*/ 462548 w 2454728"/>
              <a:gd name="connsiteY3" fmla="*/ 3272782 h 3272782"/>
              <a:gd name="connsiteX4" fmla="*/ 219529 w 2454728"/>
              <a:gd name="connsiteY4" fmla="*/ 2786743 h 3272782"/>
              <a:gd name="connsiteX5" fmla="*/ 74386 w 2454728"/>
              <a:gd name="connsiteY5" fmla="*/ 2627086 h 3272782"/>
              <a:gd name="connsiteX6" fmla="*/ 0 w 2454728"/>
              <a:gd name="connsiteY6" fmla="*/ 2627086 h 327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4728" h="3272782">
                <a:moveTo>
                  <a:pt x="0" y="0"/>
                </a:moveTo>
                <a:lnTo>
                  <a:pt x="2454728" y="0"/>
                </a:lnTo>
                <a:lnTo>
                  <a:pt x="2454728" y="3272782"/>
                </a:lnTo>
                <a:lnTo>
                  <a:pt x="462548" y="3272782"/>
                </a:lnTo>
                <a:lnTo>
                  <a:pt x="219529" y="2786743"/>
                </a:lnTo>
                <a:lnTo>
                  <a:pt x="74386" y="2627086"/>
                </a:lnTo>
                <a:lnTo>
                  <a:pt x="0" y="2627086"/>
                </a:lnTo>
                <a:close/>
              </a:path>
            </a:pathLst>
          </a:custGeom>
          <a:noFill/>
          <a:extLst>
            <a:ext uri="{909E8E84-426E-40DD-AFC4-6F175D3DCCD1}">
              <a14:hiddenFill xmlns:a14="http://schemas.microsoft.com/office/drawing/2010/main">
                <a:solidFill>
                  <a:srgbClr val="FFFFFF"/>
                </a:solidFill>
              </a14:hiddenFill>
            </a:ext>
          </a:extLst>
        </p:spPr>
      </p:pic>
      <p:pic>
        <p:nvPicPr>
          <p:cNvPr id="69"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5669" t="62748" r="73241" b="12848"/>
          <a:stretch>
            <a:fillRect/>
          </a:stretch>
        </p:blipFill>
        <p:spPr bwMode="auto">
          <a:xfrm rot="1839284">
            <a:off x="11170942" y="604491"/>
            <a:ext cx="500074" cy="870735"/>
          </a:xfrm>
          <a:prstGeom prst="rect">
            <a:avLst/>
          </a:prstGeom>
          <a:extLst>
            <a:ext uri="{909E8E84-426E-40DD-AFC4-6F175D3DCCD1}">
              <a14:hiddenFill xmlns:a14="http://schemas.microsoft.com/office/drawing/2010/main">
                <a:solidFill>
                  <a:srgbClr val="FFFFFF"/>
                </a:solidFill>
              </a14:hiddenFill>
            </a:ext>
          </a:extLst>
        </p:spPr>
      </p:pic>
      <p:pic>
        <p:nvPicPr>
          <p:cNvPr id="71"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68828" t="28011" r="6803" b="48347"/>
          <a:stretch>
            <a:fillRect/>
          </a:stretch>
        </p:blipFill>
        <p:spPr bwMode="auto">
          <a:xfrm>
            <a:off x="10261394" y="4109824"/>
            <a:ext cx="1596658" cy="2330925"/>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31918" t="6698" r="38939" b="75595"/>
          <a:stretch>
            <a:fillRect/>
          </a:stretch>
        </p:blipFill>
        <p:spPr bwMode="auto">
          <a:xfrm rot="20822434">
            <a:off x="458660" y="234820"/>
            <a:ext cx="1382941" cy="126444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学习用品"/>
          <p:cNvPicPr>
            <a:picLocks noChangeAspect="1" noChangeArrowheads="1"/>
          </p:cNvPicPr>
          <p:nvPr/>
        </p:nvPicPr>
        <p:blipFill rotWithShape="1">
          <a:blip r:embed="rId1">
            <a:lum bright="70000" contrast="-70000"/>
            <a:extLst>
              <a:ext uri="{28A0092B-C50C-407E-A947-70E740481C1C}">
                <a14:useLocalDpi xmlns:a14="http://schemas.microsoft.com/office/drawing/2010/main" val="0"/>
              </a:ext>
            </a:extLst>
          </a:blip>
          <a:srcRect l="80566" t="18491" r="9661" b="72843"/>
          <a:stretch>
            <a:fillRect/>
          </a:stretch>
        </p:blipFill>
        <p:spPr bwMode="auto">
          <a:xfrm rot="18088483">
            <a:off x="4603165" y="329593"/>
            <a:ext cx="407507" cy="543790"/>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p:cNvSpPr txBox="1"/>
          <p:nvPr/>
        </p:nvSpPr>
        <p:spPr>
          <a:xfrm rot="21214060">
            <a:off x="6501238" y="4109507"/>
            <a:ext cx="2754493" cy="461665"/>
          </a:xfrm>
          <a:prstGeom prst="rect">
            <a:avLst/>
          </a:prstGeom>
          <a:noFill/>
        </p:spPr>
        <p:txBody>
          <a:bodyPr wrap="square" rtlCol="0">
            <a:spAutoFit/>
          </a:bodyPr>
          <a:lstStyle/>
          <a:p>
            <a:r>
              <a:rPr lang="zh-CN" altLang="en-US" sz="2400">
                <a:solidFill>
                  <a:srgbClr val="626262"/>
                </a:solidFill>
                <a:latin typeface="汉仪黑荔枝体简" panose="00020600040101010101" pitchFamily="18" charset="-122"/>
                <a:ea typeface="汉仪黑荔枝体简" panose="00020600040101010101" pitchFamily="18" charset="-122"/>
              </a:rPr>
              <a:t>授课人：婷婷老师</a:t>
            </a:r>
            <a:endParaRPr lang="zh-CN" altLang="en-US" sz="2400" dirty="0">
              <a:solidFill>
                <a:srgbClr val="626262"/>
              </a:solidFill>
              <a:latin typeface="汉仪黑荔枝体简" panose="00020600040101010101" pitchFamily="18" charset="-122"/>
              <a:ea typeface="汉仪黑荔枝体简" panose="00020600040101010101" pitchFamily="18"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2343</Words>
  <Application>WPS 演示</Application>
  <PresentationFormat>宽屏</PresentationFormat>
  <Paragraphs>191</Paragraphs>
  <Slides>15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Arial</vt:lpstr>
      <vt:lpstr>宋体</vt:lpstr>
      <vt:lpstr>Wingdings</vt:lpstr>
      <vt:lpstr>汉仪黑荔枝体简</vt:lpstr>
      <vt:lpstr>黑体</vt:lpstr>
      <vt:lpstr>微软雅黑</vt:lpstr>
      <vt:lpstr>思源宋体 Light</vt:lpstr>
      <vt:lpstr>微软雅黑 Light</vt:lpstr>
      <vt:lpstr>等线</vt:lpstr>
      <vt:lpstr>汉仪中等线KW</vt:lpstr>
      <vt:lpstr>Arial Unicode MS</vt:lpstr>
      <vt:lpstr>等线 Light</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Leio</cp:lastModifiedBy>
  <cp:revision>13</cp:revision>
  <dcterms:created xsi:type="dcterms:W3CDTF">2026-05-08T12:26:00Z</dcterms:created>
  <dcterms:modified xsi:type="dcterms:W3CDTF">2026-05-08T12:26:00Z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KSOTemplateUUID">
    <vt:lpwstr>v1.0_mb_gs2/JK4/Q5oW2rQ0MpEQKQ==</vt:lpwstr>
  </property>
  <property fmtid="{D5CDD505-2E9C-101B-9397-08002B2CF9AE}" pid="4" name="ICV">
    <vt:lpwstr>ED84B5E3211D40D758D6FD693461DA90_43</vt:lpwstr>
  </property>
</Properties>
</file>